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72" r:id="rId11"/>
    <p:sldId id="264" r:id="rId12"/>
    <p:sldId id="265" r:id="rId13"/>
    <p:sldId id="276" r:id="rId14"/>
    <p:sldId id="275" r:id="rId15"/>
    <p:sldId id="273" r:id="rId16"/>
    <p:sldId id="274" r:id="rId17"/>
    <p:sldId id="266" r:id="rId18"/>
    <p:sldId id="267" r:id="rId19"/>
    <p:sldId id="277" r:id="rId20"/>
    <p:sldId id="268" r:id="rId21"/>
    <p:sldId id="269" r:id="rId22"/>
    <p:sldId id="27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4984A-6DD1-9DBD-F572-72ECC8389116}" v="95" dt="2026-06-18T00:11:04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thi Teja Chari" userId="S::ka20695741@wipro.com::dc42933d-326a-4df9-9df1-f151a87cd37b" providerId="AD" clId="Web-{1AC4984A-6DD1-9DBD-F572-72ECC8389116}"/>
    <pc:docChg chg="mod addSld modSld sldOrd modMainMaster">
      <pc:chgData name="Kanithi Teja Chari" userId="S::ka20695741@wipro.com::dc42933d-326a-4df9-9df1-f151a87cd37b" providerId="AD" clId="Web-{1AC4984A-6DD1-9DBD-F572-72ECC8389116}" dt="2026-06-18T00:13:53.044" v="101"/>
      <pc:docMkLst>
        <pc:docMk/>
      </pc:docMkLst>
      <pc:sldChg chg="addSp modSp mod setBg">
        <pc:chgData name="Kanithi Teja Chari" userId="S::ka20695741@wipro.com::dc42933d-326a-4df9-9df1-f151a87cd37b" providerId="AD" clId="Web-{1AC4984A-6DD1-9DBD-F572-72ECC8389116}" dt="2026-06-18T00:12:20.651" v="90"/>
        <pc:sldMkLst>
          <pc:docMk/>
          <pc:sldMk cId="0" sldId="256"/>
        </pc:sldMkLst>
        <pc:spChg chg="mo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3" creationId="{00000000-0000-0000-0000-000000000000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8" creationId="{1A3C89F8-0D2F-47FF-B903-151248265F47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10" creationId="{C5CB530E-515E-412C-9DF1-5F8FFBD6F383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12" creationId="{712D4376-A578-4FF1-94FC-245E7A6A489F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14" creationId="{AEA7509D-F04F-40CB-A0B3-EEF16499CC9F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18" creationId="{508BEF50-7B1E-49A4-BC19-5F4F1D755E64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20" creationId="{3FBAD350-5664-4811-A208-657FB882D350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20.651" v="90"/>
          <ac:spMkLst>
            <pc:docMk/>
            <pc:sldMk cId="0" sldId="256"/>
            <ac:spMk id="22" creationId="{C39ADB8F-D187-49D7-BDCF-C1B6DC727068}"/>
          </ac:spMkLst>
        </pc:spChg>
        <pc:cxnChg chg="add">
          <ac:chgData name="Kanithi Teja Chari" userId="S::ka20695741@wipro.com::dc42933d-326a-4df9-9df1-f151a87cd37b" providerId="AD" clId="Web-{1AC4984A-6DD1-9DBD-F572-72ECC8389116}" dt="2026-06-18T00:12:20.651" v="90"/>
          <ac:cxnSpMkLst>
            <pc:docMk/>
            <pc:sldMk cId="0" sldId="256"/>
            <ac:cxnSpMk id="16" creationId="{56020367-4FD5-4596-8E10-C5F095CD8DBF}"/>
          </ac:cxnSpMkLst>
        </pc:cxnChg>
      </pc:sldChg>
      <pc:sldChg chg="addSp delSp modSp mod setBg">
        <pc:chgData name="Kanithi Teja Chari" userId="S::ka20695741@wipro.com::dc42933d-326a-4df9-9df1-f151a87cd37b" providerId="AD" clId="Web-{1AC4984A-6DD1-9DBD-F572-72ECC8389116}" dt="2026-06-18T00:12:36.885" v="91"/>
        <pc:sldMkLst>
          <pc:docMk/>
          <pc:sldMk cId="0" sldId="257"/>
        </pc:sldMkLst>
        <pc:spChg chg="mod">
          <ac:chgData name="Kanithi Teja Chari" userId="S::ka20695741@wipro.com::dc42933d-326a-4df9-9df1-f151a87cd37b" providerId="AD" clId="Web-{1AC4984A-6DD1-9DBD-F572-72ECC8389116}" dt="2026-06-18T00:12:36.885" v="91"/>
          <ac:spMkLst>
            <pc:docMk/>
            <pc:sldMk cId="0" sldId="257"/>
            <ac:spMk id="2" creationId="{00000000-0000-0000-0000-000000000000}"/>
          </ac:spMkLst>
        </pc:spChg>
        <pc:spChg chg="del">
          <ac:chgData name="Kanithi Teja Chari" userId="S::ka20695741@wipro.com::dc42933d-326a-4df9-9df1-f151a87cd37b" providerId="AD" clId="Web-{1AC4984A-6DD1-9DBD-F572-72ECC8389116}" dt="2026-06-18T00:12:36.885" v="91"/>
          <ac:spMkLst>
            <pc:docMk/>
            <pc:sldMk cId="0" sldId="257"/>
            <ac:spMk id="3" creationId="{00000000-0000-0000-0000-000000000000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36.885" v="91"/>
          <ac:spMkLst>
            <pc:docMk/>
            <pc:sldMk cId="0" sldId="257"/>
            <ac:spMk id="9" creationId="{56E9B3E6-E277-4D68-BA48-9CB43FFBD6E2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2:36.885" v="91"/>
          <ac:spMkLst>
            <pc:docMk/>
            <pc:sldMk cId="0" sldId="257"/>
            <ac:spMk id="16" creationId="{D5B0017B-2ECA-49AF-B397-DC140825DF8D}"/>
          </ac:spMkLst>
        </pc:spChg>
        <pc:grpChg chg="add">
          <ac:chgData name="Kanithi Teja Chari" userId="S::ka20695741@wipro.com::dc42933d-326a-4df9-9df1-f151a87cd37b" providerId="AD" clId="Web-{1AC4984A-6DD1-9DBD-F572-72ECC8389116}" dt="2026-06-18T00:12:36.885" v="91"/>
          <ac:grpSpMkLst>
            <pc:docMk/>
            <pc:sldMk cId="0" sldId="257"/>
            <ac:grpSpMk id="11" creationId="{AE1C45F0-260A-458C-96ED-C1F6D2151219}"/>
          </ac:grpSpMkLst>
        </pc:grpChg>
        <pc:graphicFrameChg chg="add">
          <ac:chgData name="Kanithi Teja Chari" userId="S::ka20695741@wipro.com::dc42933d-326a-4df9-9df1-f151a87cd37b" providerId="AD" clId="Web-{1AC4984A-6DD1-9DBD-F572-72ECC8389116}" dt="2026-06-18T00:12:36.885" v="91"/>
          <ac:graphicFrameMkLst>
            <pc:docMk/>
            <pc:sldMk cId="0" sldId="257"/>
            <ac:graphicFrameMk id="5" creationId="{7CE8D0E4-EA4B-193B-9943-76FE67A9F6FF}"/>
          </ac:graphicFrameMkLst>
        </pc:graphicFrameChg>
        <pc:cxnChg chg="add">
          <ac:chgData name="Kanithi Teja Chari" userId="S::ka20695741@wipro.com::dc42933d-326a-4df9-9df1-f151a87cd37b" providerId="AD" clId="Web-{1AC4984A-6DD1-9DBD-F572-72ECC8389116}" dt="2026-06-18T00:12:36.885" v="91"/>
          <ac:cxnSpMkLst>
            <pc:docMk/>
            <pc:sldMk cId="0" sldId="257"/>
            <ac:cxnSpMk id="18" creationId="{6CF1BAF6-AD41-4082-B212-8A1F9A2E8779}"/>
          </ac:cxnSpMkLst>
        </pc:cxnChg>
      </pc:sldChg>
      <pc:sldChg chg="addSp delSp modSp mod setBg">
        <pc:chgData name="Kanithi Teja Chari" userId="S::ka20695741@wipro.com::dc42933d-326a-4df9-9df1-f151a87cd37b" providerId="AD" clId="Web-{1AC4984A-6DD1-9DBD-F572-72ECC8389116}" dt="2026-06-18T00:13:02.683" v="96"/>
        <pc:sldMkLst>
          <pc:docMk/>
          <pc:sldMk cId="0" sldId="258"/>
        </pc:sldMkLst>
        <pc:spChg chg="mo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2:58.808" v="93"/>
          <ac:spMkLst>
            <pc:docMk/>
            <pc:sldMk cId="0" sldId="258"/>
            <ac:spMk id="9" creationId="{BACC6370-2D7E-4714-9D71-7542949D7D5D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2:58.808" v="93"/>
          <ac:spMkLst>
            <pc:docMk/>
            <pc:sldMk cId="0" sldId="258"/>
            <ac:spMk id="11" creationId="{F68B3F68-107C-434F-AA38-110D5EA91B85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2:58.808" v="93"/>
          <ac:spMkLst>
            <pc:docMk/>
            <pc:sldMk cId="0" sldId="258"/>
            <ac:spMk id="13" creationId="{AAD0DBB9-1A4B-4391-81D4-CB19F9AB918A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2:58.808" v="93"/>
          <ac:spMkLst>
            <pc:docMk/>
            <pc:sldMk cId="0" sldId="258"/>
            <ac:spMk id="15" creationId="{063BBA22-50EA-4C4D-BE05-F1CE4E63AA56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02.652" v="95"/>
          <ac:spMkLst>
            <pc:docMk/>
            <pc:sldMk cId="0" sldId="258"/>
            <ac:spMk id="17" creationId="{BACC6370-2D7E-4714-9D71-7542949D7D5D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02.652" v="95"/>
          <ac:spMkLst>
            <pc:docMk/>
            <pc:sldMk cId="0" sldId="258"/>
            <ac:spMk id="18" creationId="{F68B3F68-107C-434F-AA38-110D5EA91B85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02.652" v="95"/>
          <ac:spMkLst>
            <pc:docMk/>
            <pc:sldMk cId="0" sldId="258"/>
            <ac:spMk id="19" creationId="{AAD0DBB9-1A4B-4391-81D4-CB19F9AB918A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02.652" v="95"/>
          <ac:spMkLst>
            <pc:docMk/>
            <pc:sldMk cId="0" sldId="258"/>
            <ac:spMk id="20" creationId="{063BBA22-50EA-4C4D-BE05-F1CE4E63AA56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3" creationId="{BACC6370-2D7E-4714-9D71-7542949D7D5D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4" creationId="{256B2C21-A230-48C0-8DF1-C46611373C44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5" creationId="{3847E18C-932D-4C95-AABA-FEC7C9499AD7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6" creationId="{3150CB11-0C61-439E-910F-5787759E72A0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7" creationId="{43F8A58B-5155-44CE-A5FF-7647B47D0A7A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02.683" v="96"/>
          <ac:spMkLst>
            <pc:docMk/>
            <pc:sldMk cId="0" sldId="258"/>
            <ac:spMk id="28" creationId="{443F2ACA-E6D6-4028-82DD-F03C262D5DE6}"/>
          </ac:spMkLst>
        </pc:spChg>
        <pc:graphicFrameChg chg="add del">
          <ac:chgData name="Kanithi Teja Chari" userId="S::ka20695741@wipro.com::dc42933d-326a-4df9-9df1-f151a87cd37b" providerId="AD" clId="Web-{1AC4984A-6DD1-9DBD-F572-72ECC8389116}" dt="2026-06-18T00:12:58.808" v="93"/>
          <ac:graphicFrameMkLst>
            <pc:docMk/>
            <pc:sldMk cId="0" sldId="258"/>
            <ac:graphicFrameMk id="5" creationId="{900CFBE8-D07D-087B-25F9-21994E517369}"/>
          </ac:graphicFrameMkLst>
        </pc:graphicFrameChg>
        <pc:graphicFrameChg chg="add del">
          <ac:chgData name="Kanithi Teja Chari" userId="S::ka20695741@wipro.com::dc42933d-326a-4df9-9df1-f151a87cd37b" providerId="AD" clId="Web-{1AC4984A-6DD1-9DBD-F572-72ECC8389116}" dt="2026-06-18T00:13:02.652" v="95"/>
          <ac:graphicFrameMkLst>
            <pc:docMk/>
            <pc:sldMk cId="0" sldId="258"/>
            <ac:graphicFrameMk id="21" creationId="{6D3A7AD3-0512-0DB3-3C6A-42EA75E1896A}"/>
          </ac:graphicFrameMkLst>
        </pc:graphicFrameChg>
        <pc:graphicFrameChg chg="add">
          <ac:chgData name="Kanithi Teja Chari" userId="S::ka20695741@wipro.com::dc42933d-326a-4df9-9df1-f151a87cd37b" providerId="AD" clId="Web-{1AC4984A-6DD1-9DBD-F572-72ECC8389116}" dt="2026-06-18T00:13:02.683" v="96"/>
          <ac:graphicFrameMkLst>
            <pc:docMk/>
            <pc:sldMk cId="0" sldId="258"/>
            <ac:graphicFrameMk id="29" creationId="{44E8E7D2-7599-125D-0590-D0C7F887BA4C}"/>
          </ac:graphicFrameMkLst>
        </pc:graphicFrameChg>
      </pc:sldChg>
      <pc:sldChg chg="addSp delSp modSp mod setBg">
        <pc:chgData name="Kanithi Teja Chari" userId="S::ka20695741@wipro.com::dc42933d-326a-4df9-9df1-f151a87cd37b" providerId="AD" clId="Web-{1AC4984A-6DD1-9DBD-F572-72ECC8389116}" dt="2026-06-18T00:13:16.871" v="97"/>
        <pc:sldMkLst>
          <pc:docMk/>
          <pc:sldMk cId="0" sldId="259"/>
        </pc:sldMkLst>
        <pc:spChg chg="mo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2" creationId="{00000000-0000-0000-0000-000000000000}"/>
          </ac:spMkLst>
        </pc:spChg>
        <pc:spChg chg="del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3" creationId="{00000000-0000-0000-0000-000000000000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9" creationId="{BACC6370-2D7E-4714-9D71-7542949D7D5D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11" creationId="{256B2C21-A230-48C0-8DF1-C46611373C44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13" creationId="{3847E18C-932D-4C95-AABA-FEC7C9499AD7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15" creationId="{3150CB11-0C61-439E-910F-5787759E72A0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17" creationId="{43F8A58B-5155-44CE-A5FF-7647B47D0A7A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16.871" v="97"/>
          <ac:spMkLst>
            <pc:docMk/>
            <pc:sldMk cId="0" sldId="259"/>
            <ac:spMk id="19" creationId="{443F2ACA-E6D6-4028-82DD-F03C262D5DE6}"/>
          </ac:spMkLst>
        </pc:spChg>
        <pc:graphicFrameChg chg="add">
          <ac:chgData name="Kanithi Teja Chari" userId="S::ka20695741@wipro.com::dc42933d-326a-4df9-9df1-f151a87cd37b" providerId="AD" clId="Web-{1AC4984A-6DD1-9DBD-F572-72ECC8389116}" dt="2026-06-18T00:13:16.871" v="97"/>
          <ac:graphicFrameMkLst>
            <pc:docMk/>
            <pc:sldMk cId="0" sldId="259"/>
            <ac:graphicFrameMk id="5" creationId="{80C70711-1FAD-F09F-5772-5744D192453B}"/>
          </ac:graphicFrameMkLst>
        </pc:graphicFrameChg>
      </pc:sldChg>
      <pc:sldChg chg="addSp delSp modSp mod setBg">
        <pc:chgData name="Kanithi Teja Chari" userId="S::ka20695741@wipro.com::dc42933d-326a-4df9-9df1-f151a87cd37b" providerId="AD" clId="Web-{1AC4984A-6DD1-9DBD-F572-72ECC8389116}" dt="2026-06-18T00:13:53.044" v="101"/>
        <pc:sldMkLst>
          <pc:docMk/>
          <pc:sldMk cId="0" sldId="260"/>
        </pc:sldMkLst>
        <pc:spChg chg="mod">
          <ac:chgData name="Kanithi Teja Chari" userId="S::ka20695741@wipro.com::dc42933d-326a-4df9-9df1-f151a87cd37b" providerId="AD" clId="Web-{1AC4984A-6DD1-9DBD-F572-72ECC8389116}" dt="2026-06-18T00:13:53.044" v="101"/>
          <ac:spMkLst>
            <pc:docMk/>
            <pc:sldMk cId="0" sldId="260"/>
            <ac:spMk id="2" creationId="{00000000-0000-0000-0000-000000000000}"/>
          </ac:spMkLst>
        </pc:spChg>
        <pc:spChg chg="del">
          <ac:chgData name="Kanithi Teja Chari" userId="S::ka20695741@wipro.com::dc42933d-326a-4df9-9df1-f151a87cd37b" providerId="AD" clId="Web-{1AC4984A-6DD1-9DBD-F572-72ECC8389116}" dt="2026-06-18T00:13:29.559" v="98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53.044" v="101"/>
          <ac:spMkLst>
            <pc:docMk/>
            <pc:sldMk cId="0" sldId="260"/>
            <ac:spMk id="9" creationId="{738F59A4-4431-460D-8E49-6E65C189A566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52.997" v="100"/>
          <ac:spMkLst>
            <pc:docMk/>
            <pc:sldMk cId="0" sldId="260"/>
            <ac:spMk id="18" creationId="{BACC6370-2D7E-4714-9D71-7542949D7D5D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52.997" v="100"/>
          <ac:spMkLst>
            <pc:docMk/>
            <pc:sldMk cId="0" sldId="260"/>
            <ac:spMk id="20" creationId="{F68B3F68-107C-434F-AA38-110D5EA91B85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52.997" v="100"/>
          <ac:spMkLst>
            <pc:docMk/>
            <pc:sldMk cId="0" sldId="260"/>
            <ac:spMk id="22" creationId="{AAD0DBB9-1A4B-4391-81D4-CB19F9AB918A}"/>
          </ac:spMkLst>
        </pc:spChg>
        <pc:spChg chg="add del">
          <ac:chgData name="Kanithi Teja Chari" userId="S::ka20695741@wipro.com::dc42933d-326a-4df9-9df1-f151a87cd37b" providerId="AD" clId="Web-{1AC4984A-6DD1-9DBD-F572-72ECC8389116}" dt="2026-06-18T00:13:52.997" v="100"/>
          <ac:spMkLst>
            <pc:docMk/>
            <pc:sldMk cId="0" sldId="260"/>
            <ac:spMk id="24" creationId="{063BBA22-50EA-4C4D-BE05-F1CE4E63AA56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53.044" v="101"/>
          <ac:spMkLst>
            <pc:docMk/>
            <pc:sldMk cId="0" sldId="260"/>
            <ac:spMk id="26" creationId="{BACC6370-2D7E-4714-9D71-7542949D7D5D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53.044" v="101"/>
          <ac:spMkLst>
            <pc:docMk/>
            <pc:sldMk cId="0" sldId="260"/>
            <ac:spMk id="27" creationId="{F68B3F68-107C-434F-AA38-110D5EA91B85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53.044" v="101"/>
          <ac:spMkLst>
            <pc:docMk/>
            <pc:sldMk cId="0" sldId="260"/>
            <ac:spMk id="28" creationId="{AAD0DBB9-1A4B-4391-81D4-CB19F9AB918A}"/>
          </ac:spMkLst>
        </pc:spChg>
        <pc:spChg chg="add">
          <ac:chgData name="Kanithi Teja Chari" userId="S::ka20695741@wipro.com::dc42933d-326a-4df9-9df1-f151a87cd37b" providerId="AD" clId="Web-{1AC4984A-6DD1-9DBD-F572-72ECC8389116}" dt="2026-06-18T00:13:53.044" v="101"/>
          <ac:spMkLst>
            <pc:docMk/>
            <pc:sldMk cId="0" sldId="260"/>
            <ac:spMk id="29" creationId="{063BBA22-50EA-4C4D-BE05-F1CE4E63AA56}"/>
          </ac:spMkLst>
        </pc:spChg>
        <pc:grpChg chg="add del">
          <ac:chgData name="Kanithi Teja Chari" userId="S::ka20695741@wipro.com::dc42933d-326a-4df9-9df1-f151a87cd37b" providerId="AD" clId="Web-{1AC4984A-6DD1-9DBD-F572-72ECC8389116}" dt="2026-06-18T00:13:53.044" v="101"/>
          <ac:grpSpMkLst>
            <pc:docMk/>
            <pc:sldMk cId="0" sldId="260"/>
            <ac:grpSpMk id="11" creationId="{8A919B9C-5C01-47E4-B2F2-45F589208ABF}"/>
          </ac:grpSpMkLst>
        </pc:grpChg>
        <pc:graphicFrameChg chg="add mod modGraphic">
          <ac:chgData name="Kanithi Teja Chari" userId="S::ka20695741@wipro.com::dc42933d-326a-4df9-9df1-f151a87cd37b" providerId="AD" clId="Web-{1AC4984A-6DD1-9DBD-F572-72ECC8389116}" dt="2026-06-18T00:13:53.044" v="101"/>
          <ac:graphicFrameMkLst>
            <pc:docMk/>
            <pc:sldMk cId="0" sldId="260"/>
            <ac:graphicFrameMk id="5" creationId="{9A47F9DA-5AB9-99A3-B21B-14E124606BFD}"/>
          </ac:graphicFrameMkLst>
        </pc:graphicFrameChg>
      </pc:sldChg>
      <pc:sldChg chg="delSp modSp new">
        <pc:chgData name="Kanithi Teja Chari" userId="S::ka20695741@wipro.com::dc42933d-326a-4df9-9df1-f151a87cd37b" providerId="AD" clId="Web-{1AC4984A-6DD1-9DBD-F572-72ECC8389116}" dt="2026-06-17T23:30:55.468" v="7" actId="1076"/>
        <pc:sldMkLst>
          <pc:docMk/>
          <pc:sldMk cId="3891765419" sldId="271"/>
        </pc:sldMkLst>
        <pc:spChg chg="del">
          <ac:chgData name="Kanithi Teja Chari" userId="S::ka20695741@wipro.com::dc42933d-326a-4df9-9df1-f151a87cd37b" providerId="AD" clId="Web-{1AC4984A-6DD1-9DBD-F572-72ECC8389116}" dt="2026-06-17T23:30:28.405" v="4"/>
          <ac:spMkLst>
            <pc:docMk/>
            <pc:sldMk cId="3891765419" sldId="271"/>
            <ac:spMk id="2" creationId="{C8473384-5EF2-7BC9-C10E-39243104FB23}"/>
          </ac:spMkLst>
        </pc:spChg>
        <pc:spChg chg="mod">
          <ac:chgData name="Kanithi Teja Chari" userId="S::ka20695741@wipro.com::dc42933d-326a-4df9-9df1-f151a87cd37b" providerId="AD" clId="Web-{1AC4984A-6DD1-9DBD-F572-72ECC8389116}" dt="2026-06-17T23:30:55.468" v="7" actId="1076"/>
          <ac:spMkLst>
            <pc:docMk/>
            <pc:sldMk cId="3891765419" sldId="271"/>
            <ac:spMk id="3" creationId="{3AA99A83-6B4C-FCEC-B101-D533B865F670}"/>
          </ac:spMkLst>
        </pc:spChg>
      </pc:sldChg>
      <pc:sldChg chg="addSp delSp modSp new">
        <pc:chgData name="Kanithi Teja Chari" userId="S::ka20695741@wipro.com::dc42933d-326a-4df9-9df1-f151a87cd37b" providerId="AD" clId="Web-{1AC4984A-6DD1-9DBD-F572-72ECC8389116}" dt="2026-06-17T23:33:28.632" v="16" actId="14100"/>
        <pc:sldMkLst>
          <pc:docMk/>
          <pc:sldMk cId="463827537" sldId="272"/>
        </pc:sldMkLst>
        <pc:spChg chg="del">
          <ac:chgData name="Kanithi Teja Chari" userId="S::ka20695741@wipro.com::dc42933d-326a-4df9-9df1-f151a87cd37b" providerId="AD" clId="Web-{1AC4984A-6DD1-9DBD-F572-72ECC8389116}" dt="2026-06-17T23:33:14.303" v="12"/>
          <ac:spMkLst>
            <pc:docMk/>
            <pc:sldMk cId="463827537" sldId="272"/>
            <ac:spMk id="2" creationId="{55F96795-B0E3-4078-CD4F-1184BA98A125}"/>
          </ac:spMkLst>
        </pc:spChg>
        <pc:spChg chg="del mod">
          <ac:chgData name="Kanithi Teja Chari" userId="S::ka20695741@wipro.com::dc42933d-326a-4df9-9df1-f151a87cd37b" providerId="AD" clId="Web-{1AC4984A-6DD1-9DBD-F572-72ECC8389116}" dt="2026-06-17T23:33:03.302" v="11"/>
          <ac:spMkLst>
            <pc:docMk/>
            <pc:sldMk cId="463827537" sldId="272"/>
            <ac:spMk id="3" creationId="{3D9E2AAF-02EF-6428-12F3-5FF24C56A7B4}"/>
          </ac:spMkLst>
        </pc:spChg>
        <pc:picChg chg="add mod ord">
          <ac:chgData name="Kanithi Teja Chari" userId="S::ka20695741@wipro.com::dc42933d-326a-4df9-9df1-f151a87cd37b" providerId="AD" clId="Web-{1AC4984A-6DD1-9DBD-F572-72ECC8389116}" dt="2026-06-17T23:33:28.632" v="16" actId="14100"/>
          <ac:picMkLst>
            <pc:docMk/>
            <pc:sldMk cId="463827537" sldId="272"/>
            <ac:picMk id="4" creationId="{6E5F54D0-55EE-E9BA-7818-E7018D34AD5D}"/>
          </ac:picMkLst>
        </pc:picChg>
      </pc:sldChg>
      <pc:sldChg chg="addSp delSp modSp new">
        <pc:chgData name="Kanithi Teja Chari" userId="S::ka20695741@wipro.com::dc42933d-326a-4df9-9df1-f151a87cd37b" providerId="AD" clId="Web-{1AC4984A-6DD1-9DBD-F572-72ECC8389116}" dt="2026-06-17T23:51:04.645" v="31" actId="14100"/>
        <pc:sldMkLst>
          <pc:docMk/>
          <pc:sldMk cId="2880317723" sldId="273"/>
        </pc:sldMkLst>
        <pc:spChg chg="del">
          <ac:chgData name="Kanithi Teja Chari" userId="S::ka20695741@wipro.com::dc42933d-326a-4df9-9df1-f151a87cd37b" providerId="AD" clId="Web-{1AC4984A-6DD1-9DBD-F572-72ECC8389116}" dt="2026-06-17T23:50:47.676" v="27"/>
          <ac:spMkLst>
            <pc:docMk/>
            <pc:sldMk cId="2880317723" sldId="273"/>
            <ac:spMk id="2" creationId="{C3F23CC1-FC39-85B4-F827-4F3CE2E92241}"/>
          </ac:spMkLst>
        </pc:spChg>
        <pc:spChg chg="del">
          <ac:chgData name="Kanithi Teja Chari" userId="S::ka20695741@wipro.com::dc42933d-326a-4df9-9df1-f151a87cd37b" providerId="AD" clId="Web-{1AC4984A-6DD1-9DBD-F572-72ECC8389116}" dt="2026-06-17T23:49:28.874" v="18"/>
          <ac:spMkLst>
            <pc:docMk/>
            <pc:sldMk cId="2880317723" sldId="273"/>
            <ac:spMk id="3" creationId="{60A74F69-BF25-71FB-8267-3C1002C0C1BD}"/>
          </ac:spMkLst>
        </pc:spChg>
        <pc:picChg chg="add mod ord">
          <ac:chgData name="Kanithi Teja Chari" userId="S::ka20695741@wipro.com::dc42933d-326a-4df9-9df1-f151a87cd37b" providerId="AD" clId="Web-{1AC4984A-6DD1-9DBD-F572-72ECC8389116}" dt="2026-06-17T23:51:04.645" v="31" actId="14100"/>
          <ac:picMkLst>
            <pc:docMk/>
            <pc:sldMk cId="2880317723" sldId="273"/>
            <ac:picMk id="4" creationId="{2C6E2547-6AD7-BD24-A913-7529C6DBBD53}"/>
          </ac:picMkLst>
        </pc:picChg>
        <pc:picChg chg="add mod">
          <ac:chgData name="Kanithi Teja Chari" userId="S::ka20695741@wipro.com::dc42933d-326a-4df9-9df1-f151a87cd37b" providerId="AD" clId="Web-{1AC4984A-6DD1-9DBD-F572-72ECC8389116}" dt="2026-06-17T23:50:58.004" v="30" actId="1076"/>
          <ac:picMkLst>
            <pc:docMk/>
            <pc:sldMk cId="2880317723" sldId="273"/>
            <ac:picMk id="5" creationId="{DF1D0DB5-FEFC-0A9D-9F88-4F384BDAC8EB}"/>
          </ac:picMkLst>
        </pc:picChg>
      </pc:sldChg>
      <pc:sldChg chg="addSp delSp modSp new ord">
        <pc:chgData name="Kanithi Teja Chari" userId="S::ka20695741@wipro.com::dc42933d-326a-4df9-9df1-f151a87cd37b" providerId="AD" clId="Web-{1AC4984A-6DD1-9DBD-F572-72ECC8389116}" dt="2026-06-17T23:54:51.405" v="48"/>
        <pc:sldMkLst>
          <pc:docMk/>
          <pc:sldMk cId="436667622" sldId="274"/>
        </pc:sldMkLst>
        <pc:spChg chg="del">
          <ac:chgData name="Kanithi Teja Chari" userId="S::ka20695741@wipro.com::dc42933d-326a-4df9-9df1-f151a87cd37b" providerId="AD" clId="Web-{1AC4984A-6DD1-9DBD-F572-72ECC8389116}" dt="2026-06-17T23:51:34.475" v="33"/>
          <ac:spMkLst>
            <pc:docMk/>
            <pc:sldMk cId="436667622" sldId="274"/>
            <ac:spMk id="2" creationId="{A4CDF618-7D21-6B96-CCAB-AAB691F1EC0E}"/>
          </ac:spMkLst>
        </pc:spChg>
        <pc:spChg chg="del">
          <ac:chgData name="Kanithi Teja Chari" userId="S::ka20695741@wipro.com::dc42933d-326a-4df9-9df1-f151a87cd37b" providerId="AD" clId="Web-{1AC4984A-6DD1-9DBD-F572-72ECC8389116}" dt="2026-06-17T23:51:41.273" v="34"/>
          <ac:spMkLst>
            <pc:docMk/>
            <pc:sldMk cId="436667622" sldId="274"/>
            <ac:spMk id="3" creationId="{55A17347-0CF3-1445-1DAD-6B9F9224AFAD}"/>
          </ac:spMkLst>
        </pc:spChg>
        <pc:picChg chg="add mod ord">
          <ac:chgData name="Kanithi Teja Chari" userId="S::ka20695741@wipro.com::dc42933d-326a-4df9-9df1-f151a87cd37b" providerId="AD" clId="Web-{1AC4984A-6DD1-9DBD-F572-72ECC8389116}" dt="2026-06-17T23:54:27.467" v="47" actId="14100"/>
          <ac:picMkLst>
            <pc:docMk/>
            <pc:sldMk cId="436667622" sldId="274"/>
            <ac:picMk id="4" creationId="{370B9667-E3FF-1680-A5C3-B371DE63E758}"/>
          </ac:picMkLst>
        </pc:picChg>
        <pc:picChg chg="add mod">
          <ac:chgData name="Kanithi Teja Chari" userId="S::ka20695741@wipro.com::dc42933d-326a-4df9-9df1-f151a87cd37b" providerId="AD" clId="Web-{1AC4984A-6DD1-9DBD-F572-72ECC8389116}" dt="2026-06-17T23:54:12.388" v="42" actId="1076"/>
          <ac:picMkLst>
            <pc:docMk/>
            <pc:sldMk cId="436667622" sldId="274"/>
            <ac:picMk id="5" creationId="{C6B90937-5ADC-23E8-D2F1-A5D033DE5609}"/>
          </ac:picMkLst>
        </pc:picChg>
      </pc:sldChg>
      <pc:sldChg chg="addSp delSp modSp new">
        <pc:chgData name="Kanithi Teja Chari" userId="S::ka20695741@wipro.com::dc42933d-326a-4df9-9df1-f151a87cd37b" providerId="AD" clId="Web-{1AC4984A-6DD1-9DBD-F572-72ECC8389116}" dt="2026-06-18T00:09:35.208" v="74"/>
        <pc:sldMkLst>
          <pc:docMk/>
          <pc:sldMk cId="4170492346" sldId="275"/>
        </pc:sldMkLst>
        <pc:spChg chg="del">
          <ac:chgData name="Kanithi Teja Chari" userId="S::ka20695741@wipro.com::dc42933d-326a-4df9-9df1-f151a87cd37b" providerId="AD" clId="Web-{1AC4984A-6DD1-9DBD-F572-72ECC8389116}" dt="2026-06-18T00:07:26.248" v="50"/>
          <ac:spMkLst>
            <pc:docMk/>
            <pc:sldMk cId="4170492346" sldId="275"/>
            <ac:spMk id="2" creationId="{2337116B-5D86-D545-131F-D8BC75E24EC7}"/>
          </ac:spMkLst>
        </pc:spChg>
        <pc:spChg chg="del">
          <ac:chgData name="Kanithi Teja Chari" userId="S::ka20695741@wipro.com::dc42933d-326a-4df9-9df1-f151a87cd37b" providerId="AD" clId="Web-{1AC4984A-6DD1-9DBD-F572-72ECC8389116}" dt="2026-06-18T00:07:46.780" v="51"/>
          <ac:spMkLst>
            <pc:docMk/>
            <pc:sldMk cId="4170492346" sldId="275"/>
            <ac:spMk id="3" creationId="{2058F30D-558A-A054-5A04-2CA24FE55487}"/>
          </ac:spMkLst>
        </pc:spChg>
        <pc:spChg chg="add del mod">
          <ac:chgData name="Kanithi Teja Chari" userId="S::ka20695741@wipro.com::dc42933d-326a-4df9-9df1-f151a87cd37b" providerId="AD" clId="Web-{1AC4984A-6DD1-9DBD-F572-72ECC8389116}" dt="2026-06-18T00:09:35.208" v="74"/>
          <ac:spMkLst>
            <pc:docMk/>
            <pc:sldMk cId="4170492346" sldId="275"/>
            <ac:spMk id="7" creationId="{86F0F915-0157-166A-68ED-6D8DA4B482C3}"/>
          </ac:spMkLst>
        </pc:spChg>
        <pc:picChg chg="add del mod ord">
          <ac:chgData name="Kanithi Teja Chari" userId="S::ka20695741@wipro.com::dc42933d-326a-4df9-9df1-f151a87cd37b" providerId="AD" clId="Web-{1AC4984A-6DD1-9DBD-F572-72ECC8389116}" dt="2026-06-18T00:08:51.753" v="62"/>
          <ac:picMkLst>
            <pc:docMk/>
            <pc:sldMk cId="4170492346" sldId="275"/>
            <ac:picMk id="4" creationId="{F597F59E-E7B5-B69E-9CB5-571E916E7C41}"/>
          </ac:picMkLst>
        </pc:picChg>
        <pc:picChg chg="add mod">
          <ac:chgData name="Kanithi Teja Chari" userId="S::ka20695741@wipro.com::dc42933d-326a-4df9-9df1-f151a87cd37b" providerId="AD" clId="Web-{1AC4984A-6DD1-9DBD-F572-72ECC8389116}" dt="2026-06-18T00:09:28.380" v="73" actId="1076"/>
          <ac:picMkLst>
            <pc:docMk/>
            <pc:sldMk cId="4170492346" sldId="275"/>
            <ac:picMk id="5" creationId="{4880FFC3-9FE9-26C8-E59C-BD7D4DB5A707}"/>
          </ac:picMkLst>
        </pc:picChg>
      </pc:sldChg>
      <pc:sldChg chg="addSp delSp modSp new">
        <pc:chgData name="Kanithi Teja Chari" userId="S::ka20695741@wipro.com::dc42933d-326a-4df9-9df1-f151a87cd37b" providerId="AD" clId="Web-{1AC4984A-6DD1-9DBD-F572-72ECC8389116}" dt="2026-06-18T00:09:13.957" v="71" actId="14100"/>
        <pc:sldMkLst>
          <pc:docMk/>
          <pc:sldMk cId="4094010500" sldId="276"/>
        </pc:sldMkLst>
        <pc:spChg chg="del">
          <ac:chgData name="Kanithi Teja Chari" userId="S::ka20695741@wipro.com::dc42933d-326a-4df9-9df1-f151a87cd37b" providerId="AD" clId="Web-{1AC4984A-6DD1-9DBD-F572-72ECC8389116}" dt="2026-06-18T00:09:00.879" v="66"/>
          <ac:spMkLst>
            <pc:docMk/>
            <pc:sldMk cId="4094010500" sldId="276"/>
            <ac:spMk id="2" creationId="{4DA56075-5608-755D-BDF4-94CA2D791C23}"/>
          </ac:spMkLst>
        </pc:spChg>
        <pc:spChg chg="del">
          <ac:chgData name="Kanithi Teja Chari" userId="S::ka20695741@wipro.com::dc42933d-326a-4df9-9df1-f151a87cd37b" providerId="AD" clId="Web-{1AC4984A-6DD1-9DBD-F572-72ECC8389116}" dt="2026-06-18T00:08:55.129" v="63"/>
          <ac:spMkLst>
            <pc:docMk/>
            <pc:sldMk cId="4094010500" sldId="276"/>
            <ac:spMk id="3" creationId="{DFE98DE7-C8A7-37D8-EE60-F3BA632374EE}"/>
          </ac:spMkLst>
        </pc:spChg>
        <pc:picChg chg="add mod ord modCrop">
          <ac:chgData name="Kanithi Teja Chari" userId="S::ka20695741@wipro.com::dc42933d-326a-4df9-9df1-f151a87cd37b" providerId="AD" clId="Web-{1AC4984A-6DD1-9DBD-F572-72ECC8389116}" dt="2026-06-18T00:09:13.957" v="71" actId="14100"/>
          <ac:picMkLst>
            <pc:docMk/>
            <pc:sldMk cId="4094010500" sldId="276"/>
            <ac:picMk id="4" creationId="{AF0C2162-C560-5D2C-9ABE-15264E41B815}"/>
          </ac:picMkLst>
        </pc:picChg>
      </pc:sldChg>
      <pc:sldChg chg="addSp delSp modSp new">
        <pc:chgData name="Kanithi Teja Chari" userId="S::ka20695741@wipro.com::dc42933d-326a-4df9-9df1-f151a87cd37b" providerId="AD" clId="Web-{1AC4984A-6DD1-9DBD-F572-72ECC8389116}" dt="2026-06-18T00:11:04.321" v="89" actId="14100"/>
        <pc:sldMkLst>
          <pc:docMk/>
          <pc:sldMk cId="149124791" sldId="277"/>
        </pc:sldMkLst>
        <pc:spChg chg="del">
          <ac:chgData name="Kanithi Teja Chari" userId="S::ka20695741@wipro.com::dc42933d-326a-4df9-9df1-f151a87cd37b" providerId="AD" clId="Web-{1AC4984A-6DD1-9DBD-F572-72ECC8389116}" dt="2026-06-18T00:10:17.819" v="78"/>
          <ac:spMkLst>
            <pc:docMk/>
            <pc:sldMk cId="149124791" sldId="277"/>
            <ac:spMk id="2" creationId="{ED914853-8B91-0AD2-3D85-ED69170BBCF5}"/>
          </ac:spMkLst>
        </pc:spChg>
        <pc:spChg chg="del">
          <ac:chgData name="Kanithi Teja Chari" userId="S::ka20695741@wipro.com::dc42933d-326a-4df9-9df1-f151a87cd37b" providerId="AD" clId="Web-{1AC4984A-6DD1-9DBD-F572-72ECC8389116}" dt="2026-06-18T00:10:05.100" v="76"/>
          <ac:spMkLst>
            <pc:docMk/>
            <pc:sldMk cId="149124791" sldId="277"/>
            <ac:spMk id="3" creationId="{B2E3FE44-D841-5140-89A9-3834D116ECE6}"/>
          </ac:spMkLst>
        </pc:spChg>
        <pc:picChg chg="add mod ord">
          <ac:chgData name="Kanithi Teja Chari" userId="S::ka20695741@wipro.com::dc42933d-326a-4df9-9df1-f151a87cd37b" providerId="AD" clId="Web-{1AC4984A-6DD1-9DBD-F572-72ECC8389116}" dt="2026-06-18T00:11:04.321" v="89" actId="14100"/>
          <ac:picMkLst>
            <pc:docMk/>
            <pc:sldMk cId="149124791" sldId="277"/>
            <ac:picMk id="4" creationId="{40260F95-29F0-06DB-AB50-89123D927122}"/>
          </ac:picMkLst>
        </pc:picChg>
        <pc:picChg chg="add mod">
          <ac:chgData name="Kanithi Teja Chari" userId="S::ka20695741@wipro.com::dc42933d-326a-4df9-9df1-f151a87cd37b" providerId="AD" clId="Web-{1AC4984A-6DD1-9DBD-F572-72ECC8389116}" dt="2026-06-18T00:10:54.149" v="86" actId="1076"/>
          <ac:picMkLst>
            <pc:docMk/>
            <pc:sldMk cId="149124791" sldId="277"/>
            <ac:picMk id="5" creationId="{199E2126-EBCC-86C2-0FCA-89E99CFDF972}"/>
          </ac:picMkLst>
        </pc:picChg>
      </pc:sldChg>
      <pc:sldMasterChg chg="addSp">
        <pc:chgData name="Kanithi Teja Chari" userId="S::ka20695741@wipro.com::dc42933d-326a-4df9-9df1-f151a87cd37b" providerId="AD" clId="Web-{1AC4984A-6DD1-9DBD-F572-72ECC8389116}" dt="2026-06-17T23:29:19.357" v="0" actId="33475"/>
        <pc:sldMasterMkLst>
          <pc:docMk/>
          <pc:sldMasterMk cId="2209977519" sldId="2147483648"/>
        </pc:sldMasterMkLst>
        <pc:spChg chg="add">
          <ac:chgData name="Kanithi Teja Chari" userId="S::ka20695741@wipro.com::dc42933d-326a-4df9-9df1-f151a87cd37b" providerId="AD" clId="Web-{1AC4984A-6DD1-9DBD-F572-72ECC8389116}" dt="2026-06-17T23:29:19.357" v="0" actId="33475"/>
          <ac:spMkLst>
            <pc:docMk/>
            <pc:sldMasterMk cId="2209977519" sldId="2147483648"/>
            <ac:spMk id="8" creationId="{15FC1CE3-84C0-036B-751B-232508F3BDD2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138533-D59A-45E0-BCB4-0C4547E2C87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0F8619-8204-4B48-A970-0C7B02FFB626}">
      <dgm:prSet/>
      <dgm:spPr/>
      <dgm:t>
        <a:bodyPr/>
        <a:lstStyle/>
        <a:p>
          <a:r>
            <a:rPr lang="en-US"/>
            <a:t>Fragmented ordering and delivery experience</a:t>
          </a:r>
        </a:p>
      </dgm:t>
    </dgm:pt>
    <dgm:pt modelId="{194BD749-CF9D-4619-9708-F5960DA6AC1A}" type="parTrans" cxnId="{77502DA2-B45C-4FA9-AA0D-884B1AE86BAD}">
      <dgm:prSet/>
      <dgm:spPr/>
      <dgm:t>
        <a:bodyPr/>
        <a:lstStyle/>
        <a:p>
          <a:endParaRPr lang="en-US"/>
        </a:p>
      </dgm:t>
    </dgm:pt>
    <dgm:pt modelId="{2AFC9AB8-8771-4278-B393-103342C64770}" type="sibTrans" cxnId="{77502DA2-B45C-4FA9-AA0D-884B1AE86BAD}">
      <dgm:prSet/>
      <dgm:spPr/>
      <dgm:t>
        <a:bodyPr/>
        <a:lstStyle/>
        <a:p>
          <a:endParaRPr lang="en-US"/>
        </a:p>
      </dgm:t>
    </dgm:pt>
    <dgm:pt modelId="{1D1B538C-1705-4DD8-8FC9-0E5BB4CE71DA}">
      <dgm:prSet/>
      <dgm:spPr/>
      <dgm:t>
        <a:bodyPr/>
        <a:lstStyle/>
        <a:p>
          <a:r>
            <a:rPr lang="en-US"/>
            <a:t>Limited visibility for customer delivery tracking</a:t>
          </a:r>
        </a:p>
      </dgm:t>
    </dgm:pt>
    <dgm:pt modelId="{9A6BBCA9-BC06-4609-8FFF-BD3A4EE44098}" type="parTrans" cxnId="{10542830-4EF5-4CF6-B522-15E8CCEDD94E}">
      <dgm:prSet/>
      <dgm:spPr/>
      <dgm:t>
        <a:bodyPr/>
        <a:lstStyle/>
        <a:p>
          <a:endParaRPr lang="en-US"/>
        </a:p>
      </dgm:t>
    </dgm:pt>
    <dgm:pt modelId="{F23C56F2-288D-41FA-8F30-CBFA5246C91C}" type="sibTrans" cxnId="{10542830-4EF5-4CF6-B522-15E8CCEDD94E}">
      <dgm:prSet/>
      <dgm:spPr/>
      <dgm:t>
        <a:bodyPr/>
        <a:lstStyle/>
        <a:p>
          <a:endParaRPr lang="en-US"/>
        </a:p>
      </dgm:t>
    </dgm:pt>
    <dgm:pt modelId="{16705D52-D8C2-49D7-951A-FE3CF0F75183}">
      <dgm:prSet/>
      <dgm:spPr/>
      <dgm:t>
        <a:bodyPr/>
        <a:lstStyle/>
        <a:p>
          <a:r>
            <a:rPr lang="en-US"/>
            <a:t>Need for analytics-driven administration</a:t>
          </a:r>
        </a:p>
      </dgm:t>
    </dgm:pt>
    <dgm:pt modelId="{66866AB1-2FBA-4B65-BB0A-BAEA8E38E6B8}" type="parTrans" cxnId="{A31B802A-0915-46EE-854B-049E22F81A7D}">
      <dgm:prSet/>
      <dgm:spPr/>
      <dgm:t>
        <a:bodyPr/>
        <a:lstStyle/>
        <a:p>
          <a:endParaRPr lang="en-US"/>
        </a:p>
      </dgm:t>
    </dgm:pt>
    <dgm:pt modelId="{E5479F80-FEB3-4B23-A685-85F442335D7F}" type="sibTrans" cxnId="{A31B802A-0915-46EE-854B-049E22F81A7D}">
      <dgm:prSet/>
      <dgm:spPr/>
      <dgm:t>
        <a:bodyPr/>
        <a:lstStyle/>
        <a:p>
          <a:endParaRPr lang="en-US"/>
        </a:p>
      </dgm:t>
    </dgm:pt>
    <dgm:pt modelId="{C4B7F7E0-8374-4EC5-BB39-44CECA536B5B}" type="pres">
      <dgm:prSet presAssocID="{44138533-D59A-45E0-BCB4-0C4547E2C87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6D8A00-7E5A-42C3-98FC-A0280CA62323}" type="pres">
      <dgm:prSet presAssocID="{E30F8619-8204-4B48-A970-0C7B02FFB626}" presName="hierRoot1" presStyleCnt="0"/>
      <dgm:spPr/>
    </dgm:pt>
    <dgm:pt modelId="{B114A8FC-04BE-4AE0-A352-FC22022B0446}" type="pres">
      <dgm:prSet presAssocID="{E30F8619-8204-4B48-A970-0C7B02FFB626}" presName="composite" presStyleCnt="0"/>
      <dgm:spPr/>
    </dgm:pt>
    <dgm:pt modelId="{B3445DEF-9D2F-4FDC-9AE2-124F566D9060}" type="pres">
      <dgm:prSet presAssocID="{E30F8619-8204-4B48-A970-0C7B02FFB626}" presName="background" presStyleLbl="node0" presStyleIdx="0" presStyleCnt="3"/>
      <dgm:spPr/>
    </dgm:pt>
    <dgm:pt modelId="{F044B241-5C1F-4D45-AAFE-637C10CCF5FA}" type="pres">
      <dgm:prSet presAssocID="{E30F8619-8204-4B48-A970-0C7B02FFB626}" presName="text" presStyleLbl="fgAcc0" presStyleIdx="0" presStyleCnt="3">
        <dgm:presLayoutVars>
          <dgm:chPref val="3"/>
        </dgm:presLayoutVars>
      </dgm:prSet>
      <dgm:spPr/>
    </dgm:pt>
    <dgm:pt modelId="{35642617-7476-439A-A06B-49F3C71C8664}" type="pres">
      <dgm:prSet presAssocID="{E30F8619-8204-4B48-A970-0C7B02FFB626}" presName="hierChild2" presStyleCnt="0"/>
      <dgm:spPr/>
    </dgm:pt>
    <dgm:pt modelId="{48B95D72-5A97-4769-86A4-C0427CA2AF8A}" type="pres">
      <dgm:prSet presAssocID="{1D1B538C-1705-4DD8-8FC9-0E5BB4CE71DA}" presName="hierRoot1" presStyleCnt="0"/>
      <dgm:spPr/>
    </dgm:pt>
    <dgm:pt modelId="{8C617C46-6BB6-4447-97EE-5F834D2339D3}" type="pres">
      <dgm:prSet presAssocID="{1D1B538C-1705-4DD8-8FC9-0E5BB4CE71DA}" presName="composite" presStyleCnt="0"/>
      <dgm:spPr/>
    </dgm:pt>
    <dgm:pt modelId="{76D84B0A-F8EC-46BA-ABEB-148A07026F24}" type="pres">
      <dgm:prSet presAssocID="{1D1B538C-1705-4DD8-8FC9-0E5BB4CE71DA}" presName="background" presStyleLbl="node0" presStyleIdx="1" presStyleCnt="3"/>
      <dgm:spPr/>
    </dgm:pt>
    <dgm:pt modelId="{CA742844-75BC-4D1D-9826-2575BE23E735}" type="pres">
      <dgm:prSet presAssocID="{1D1B538C-1705-4DD8-8FC9-0E5BB4CE71DA}" presName="text" presStyleLbl="fgAcc0" presStyleIdx="1" presStyleCnt="3">
        <dgm:presLayoutVars>
          <dgm:chPref val="3"/>
        </dgm:presLayoutVars>
      </dgm:prSet>
      <dgm:spPr/>
    </dgm:pt>
    <dgm:pt modelId="{143AA2E9-B26C-4263-A8B5-C304D5F792B4}" type="pres">
      <dgm:prSet presAssocID="{1D1B538C-1705-4DD8-8FC9-0E5BB4CE71DA}" presName="hierChild2" presStyleCnt="0"/>
      <dgm:spPr/>
    </dgm:pt>
    <dgm:pt modelId="{F3BF6412-EE88-4C3F-96A9-05A9258FBACE}" type="pres">
      <dgm:prSet presAssocID="{16705D52-D8C2-49D7-951A-FE3CF0F75183}" presName="hierRoot1" presStyleCnt="0"/>
      <dgm:spPr/>
    </dgm:pt>
    <dgm:pt modelId="{3CEBEA03-9242-476C-9E6F-9709E1FFE89E}" type="pres">
      <dgm:prSet presAssocID="{16705D52-D8C2-49D7-951A-FE3CF0F75183}" presName="composite" presStyleCnt="0"/>
      <dgm:spPr/>
    </dgm:pt>
    <dgm:pt modelId="{F1D8BED5-80BD-4F51-8A0C-2C0E37AF6D46}" type="pres">
      <dgm:prSet presAssocID="{16705D52-D8C2-49D7-951A-FE3CF0F75183}" presName="background" presStyleLbl="node0" presStyleIdx="2" presStyleCnt="3"/>
      <dgm:spPr/>
    </dgm:pt>
    <dgm:pt modelId="{3275EE95-15E9-41CC-8337-B66FCD94E253}" type="pres">
      <dgm:prSet presAssocID="{16705D52-D8C2-49D7-951A-FE3CF0F75183}" presName="text" presStyleLbl="fgAcc0" presStyleIdx="2" presStyleCnt="3">
        <dgm:presLayoutVars>
          <dgm:chPref val="3"/>
        </dgm:presLayoutVars>
      </dgm:prSet>
      <dgm:spPr/>
    </dgm:pt>
    <dgm:pt modelId="{9423270D-F79B-4335-A496-4C4E60119C1F}" type="pres">
      <dgm:prSet presAssocID="{16705D52-D8C2-49D7-951A-FE3CF0F75183}" presName="hierChild2" presStyleCnt="0"/>
      <dgm:spPr/>
    </dgm:pt>
  </dgm:ptLst>
  <dgm:cxnLst>
    <dgm:cxn modelId="{EBE55C19-B314-458B-B9EB-BC7BC15537EC}" type="presOf" srcId="{1D1B538C-1705-4DD8-8FC9-0E5BB4CE71DA}" destId="{CA742844-75BC-4D1D-9826-2575BE23E735}" srcOrd="0" destOrd="0" presId="urn:microsoft.com/office/officeart/2005/8/layout/hierarchy1"/>
    <dgm:cxn modelId="{A31B802A-0915-46EE-854B-049E22F81A7D}" srcId="{44138533-D59A-45E0-BCB4-0C4547E2C87C}" destId="{16705D52-D8C2-49D7-951A-FE3CF0F75183}" srcOrd="2" destOrd="0" parTransId="{66866AB1-2FBA-4B65-BB0A-BAEA8E38E6B8}" sibTransId="{E5479F80-FEB3-4B23-A685-85F442335D7F}"/>
    <dgm:cxn modelId="{10542830-4EF5-4CF6-B522-15E8CCEDD94E}" srcId="{44138533-D59A-45E0-BCB4-0C4547E2C87C}" destId="{1D1B538C-1705-4DD8-8FC9-0E5BB4CE71DA}" srcOrd="1" destOrd="0" parTransId="{9A6BBCA9-BC06-4609-8FFF-BD3A4EE44098}" sibTransId="{F23C56F2-288D-41FA-8F30-CBFA5246C91C}"/>
    <dgm:cxn modelId="{8B116076-31F0-4148-BB07-78C98B9D8A92}" type="presOf" srcId="{44138533-D59A-45E0-BCB4-0C4547E2C87C}" destId="{C4B7F7E0-8374-4EC5-BB39-44CECA536B5B}" srcOrd="0" destOrd="0" presId="urn:microsoft.com/office/officeart/2005/8/layout/hierarchy1"/>
    <dgm:cxn modelId="{64340587-474F-4B21-B2D0-911AE101842C}" type="presOf" srcId="{16705D52-D8C2-49D7-951A-FE3CF0F75183}" destId="{3275EE95-15E9-41CC-8337-B66FCD94E253}" srcOrd="0" destOrd="0" presId="urn:microsoft.com/office/officeart/2005/8/layout/hierarchy1"/>
    <dgm:cxn modelId="{77502DA2-B45C-4FA9-AA0D-884B1AE86BAD}" srcId="{44138533-D59A-45E0-BCB4-0C4547E2C87C}" destId="{E30F8619-8204-4B48-A970-0C7B02FFB626}" srcOrd="0" destOrd="0" parTransId="{194BD749-CF9D-4619-9708-F5960DA6AC1A}" sibTransId="{2AFC9AB8-8771-4278-B393-103342C64770}"/>
    <dgm:cxn modelId="{701C18CE-E8A2-4F29-A60B-4903B3840BD2}" type="presOf" srcId="{E30F8619-8204-4B48-A970-0C7B02FFB626}" destId="{F044B241-5C1F-4D45-AAFE-637C10CCF5FA}" srcOrd="0" destOrd="0" presId="urn:microsoft.com/office/officeart/2005/8/layout/hierarchy1"/>
    <dgm:cxn modelId="{C855BBA0-8ED8-4FE8-9446-55CEEF179D2A}" type="presParOf" srcId="{C4B7F7E0-8374-4EC5-BB39-44CECA536B5B}" destId="{E86D8A00-7E5A-42C3-98FC-A0280CA62323}" srcOrd="0" destOrd="0" presId="urn:microsoft.com/office/officeart/2005/8/layout/hierarchy1"/>
    <dgm:cxn modelId="{74429376-A160-451F-A76B-1B8B3C23E6F9}" type="presParOf" srcId="{E86D8A00-7E5A-42C3-98FC-A0280CA62323}" destId="{B114A8FC-04BE-4AE0-A352-FC22022B0446}" srcOrd="0" destOrd="0" presId="urn:microsoft.com/office/officeart/2005/8/layout/hierarchy1"/>
    <dgm:cxn modelId="{562DF81F-EB7B-4BE1-931E-9A0B1A00FEDD}" type="presParOf" srcId="{B114A8FC-04BE-4AE0-A352-FC22022B0446}" destId="{B3445DEF-9D2F-4FDC-9AE2-124F566D9060}" srcOrd="0" destOrd="0" presId="urn:microsoft.com/office/officeart/2005/8/layout/hierarchy1"/>
    <dgm:cxn modelId="{35D500D5-C36C-4455-8753-D87DC939D117}" type="presParOf" srcId="{B114A8FC-04BE-4AE0-A352-FC22022B0446}" destId="{F044B241-5C1F-4D45-AAFE-637C10CCF5FA}" srcOrd="1" destOrd="0" presId="urn:microsoft.com/office/officeart/2005/8/layout/hierarchy1"/>
    <dgm:cxn modelId="{07E3E052-2D98-49AB-B1A7-340DD5F4FEBA}" type="presParOf" srcId="{E86D8A00-7E5A-42C3-98FC-A0280CA62323}" destId="{35642617-7476-439A-A06B-49F3C71C8664}" srcOrd="1" destOrd="0" presId="urn:microsoft.com/office/officeart/2005/8/layout/hierarchy1"/>
    <dgm:cxn modelId="{90346B52-1D01-43D6-8B5E-DF064DDE2AB0}" type="presParOf" srcId="{C4B7F7E0-8374-4EC5-BB39-44CECA536B5B}" destId="{48B95D72-5A97-4769-86A4-C0427CA2AF8A}" srcOrd="1" destOrd="0" presId="urn:microsoft.com/office/officeart/2005/8/layout/hierarchy1"/>
    <dgm:cxn modelId="{BEBDB7F6-518A-497B-A99F-F3E67948F710}" type="presParOf" srcId="{48B95D72-5A97-4769-86A4-C0427CA2AF8A}" destId="{8C617C46-6BB6-4447-97EE-5F834D2339D3}" srcOrd="0" destOrd="0" presId="urn:microsoft.com/office/officeart/2005/8/layout/hierarchy1"/>
    <dgm:cxn modelId="{FB972593-6276-4A9B-A9D0-7D33074141A8}" type="presParOf" srcId="{8C617C46-6BB6-4447-97EE-5F834D2339D3}" destId="{76D84B0A-F8EC-46BA-ABEB-148A07026F24}" srcOrd="0" destOrd="0" presId="urn:microsoft.com/office/officeart/2005/8/layout/hierarchy1"/>
    <dgm:cxn modelId="{D65A0E0C-2B60-4402-865F-1393BEA80AF8}" type="presParOf" srcId="{8C617C46-6BB6-4447-97EE-5F834D2339D3}" destId="{CA742844-75BC-4D1D-9826-2575BE23E735}" srcOrd="1" destOrd="0" presId="urn:microsoft.com/office/officeart/2005/8/layout/hierarchy1"/>
    <dgm:cxn modelId="{EBD45FFE-4804-4F01-85B1-9C60DD08F3AF}" type="presParOf" srcId="{48B95D72-5A97-4769-86A4-C0427CA2AF8A}" destId="{143AA2E9-B26C-4263-A8B5-C304D5F792B4}" srcOrd="1" destOrd="0" presId="urn:microsoft.com/office/officeart/2005/8/layout/hierarchy1"/>
    <dgm:cxn modelId="{FB9A125E-9A1B-401E-85A2-E83216A023F5}" type="presParOf" srcId="{C4B7F7E0-8374-4EC5-BB39-44CECA536B5B}" destId="{F3BF6412-EE88-4C3F-96A9-05A9258FBACE}" srcOrd="2" destOrd="0" presId="urn:microsoft.com/office/officeart/2005/8/layout/hierarchy1"/>
    <dgm:cxn modelId="{9DD8C2D1-ADC1-40E2-8315-A5739CBBCB6C}" type="presParOf" srcId="{F3BF6412-EE88-4C3F-96A9-05A9258FBACE}" destId="{3CEBEA03-9242-476C-9E6F-9709E1FFE89E}" srcOrd="0" destOrd="0" presId="urn:microsoft.com/office/officeart/2005/8/layout/hierarchy1"/>
    <dgm:cxn modelId="{45949E9E-C274-4F88-BAEA-2EEB6E893B1B}" type="presParOf" srcId="{3CEBEA03-9242-476C-9E6F-9709E1FFE89E}" destId="{F1D8BED5-80BD-4F51-8A0C-2C0E37AF6D46}" srcOrd="0" destOrd="0" presId="urn:microsoft.com/office/officeart/2005/8/layout/hierarchy1"/>
    <dgm:cxn modelId="{41FD7012-C16E-4DCB-AA4E-BF17431BAD8A}" type="presParOf" srcId="{3CEBEA03-9242-476C-9E6F-9709E1FFE89E}" destId="{3275EE95-15E9-41CC-8337-B66FCD94E253}" srcOrd="1" destOrd="0" presId="urn:microsoft.com/office/officeart/2005/8/layout/hierarchy1"/>
    <dgm:cxn modelId="{F7C75FE9-42A8-4219-A3B7-4538EFF96572}" type="presParOf" srcId="{F3BF6412-EE88-4C3F-96A9-05A9258FBACE}" destId="{9423270D-F79B-4335-A496-4C4E60119C1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1320E6-ECFF-4AFC-9A84-CC0240F18D25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0123EC-18D8-4D85-BE24-82501E67DF13}">
      <dgm:prSet/>
      <dgm:spPr/>
      <dgm:t>
        <a:bodyPr/>
        <a:lstStyle/>
        <a:p>
          <a:r>
            <a:rPr lang="en-US"/>
            <a:t>Secure role-based login</a:t>
          </a:r>
        </a:p>
      </dgm:t>
    </dgm:pt>
    <dgm:pt modelId="{323885A7-DFA2-41E7-B68F-ACE3CCEB1FE7}" type="parTrans" cxnId="{E621FF4D-4260-44B2-8647-94D6B266B5DC}">
      <dgm:prSet/>
      <dgm:spPr/>
      <dgm:t>
        <a:bodyPr/>
        <a:lstStyle/>
        <a:p>
          <a:endParaRPr lang="en-US"/>
        </a:p>
      </dgm:t>
    </dgm:pt>
    <dgm:pt modelId="{6FBD4877-56D0-4633-AADC-815703D724F7}" type="sibTrans" cxnId="{E621FF4D-4260-44B2-8647-94D6B266B5DC}">
      <dgm:prSet/>
      <dgm:spPr/>
      <dgm:t>
        <a:bodyPr/>
        <a:lstStyle/>
        <a:p>
          <a:endParaRPr lang="en-US"/>
        </a:p>
      </dgm:t>
    </dgm:pt>
    <dgm:pt modelId="{8A1E2F58-BB0C-4B4E-883D-5B68291DC13F}">
      <dgm:prSet/>
      <dgm:spPr/>
      <dgm:t>
        <a:bodyPr/>
        <a:lstStyle/>
        <a:p>
          <a:r>
            <a:rPr lang="en-US"/>
            <a:t>Customer ordering and payment flow</a:t>
          </a:r>
        </a:p>
      </dgm:t>
    </dgm:pt>
    <dgm:pt modelId="{4E922EDD-3631-472B-B6B8-F54D57ECDD6E}" type="parTrans" cxnId="{63F1062A-301B-4322-AADA-5D263109CFCF}">
      <dgm:prSet/>
      <dgm:spPr/>
      <dgm:t>
        <a:bodyPr/>
        <a:lstStyle/>
        <a:p>
          <a:endParaRPr lang="en-US"/>
        </a:p>
      </dgm:t>
    </dgm:pt>
    <dgm:pt modelId="{CE30AB56-BBAD-43A6-B19C-724C6BF17B09}" type="sibTrans" cxnId="{63F1062A-301B-4322-AADA-5D263109CFCF}">
      <dgm:prSet/>
      <dgm:spPr/>
      <dgm:t>
        <a:bodyPr/>
        <a:lstStyle/>
        <a:p>
          <a:endParaRPr lang="en-US"/>
        </a:p>
      </dgm:t>
    </dgm:pt>
    <dgm:pt modelId="{20DF3E54-276B-42F4-B53F-FF4165F3A78B}">
      <dgm:prSet/>
      <dgm:spPr/>
      <dgm:t>
        <a:bodyPr/>
        <a:lstStyle/>
        <a:p>
          <a:r>
            <a:rPr lang="en-US"/>
            <a:t>Delivery agent assignment and tracking</a:t>
          </a:r>
        </a:p>
      </dgm:t>
    </dgm:pt>
    <dgm:pt modelId="{37356AC2-B8B1-47CB-BFEF-94DFFA03CAA1}" type="parTrans" cxnId="{B5DE94C3-15F6-4456-96C9-30875359E118}">
      <dgm:prSet/>
      <dgm:spPr/>
      <dgm:t>
        <a:bodyPr/>
        <a:lstStyle/>
        <a:p>
          <a:endParaRPr lang="en-US"/>
        </a:p>
      </dgm:t>
    </dgm:pt>
    <dgm:pt modelId="{92F00D04-E546-4D0A-9403-D827FC5B27EA}" type="sibTrans" cxnId="{B5DE94C3-15F6-4456-96C9-30875359E118}">
      <dgm:prSet/>
      <dgm:spPr/>
      <dgm:t>
        <a:bodyPr/>
        <a:lstStyle/>
        <a:p>
          <a:endParaRPr lang="en-US"/>
        </a:p>
      </dgm:t>
    </dgm:pt>
    <dgm:pt modelId="{E09908EC-1EBC-45EA-9261-E32786C4B3EE}">
      <dgm:prSet/>
      <dgm:spPr/>
      <dgm:t>
        <a:bodyPr/>
        <a:lstStyle/>
        <a:p>
          <a:r>
            <a:rPr lang="en-US"/>
            <a:t>Admin analytics dashboard</a:t>
          </a:r>
        </a:p>
      </dgm:t>
    </dgm:pt>
    <dgm:pt modelId="{1157CD68-4EF2-49A2-A51B-B14CAA16CD7A}" type="parTrans" cxnId="{AD68BA11-F5AF-4120-BE1D-0A7C78F1D441}">
      <dgm:prSet/>
      <dgm:spPr/>
      <dgm:t>
        <a:bodyPr/>
        <a:lstStyle/>
        <a:p>
          <a:endParaRPr lang="en-US"/>
        </a:p>
      </dgm:t>
    </dgm:pt>
    <dgm:pt modelId="{3AD953DF-1D74-4724-9058-C1BBD7FBF2F7}" type="sibTrans" cxnId="{AD68BA11-F5AF-4120-BE1D-0A7C78F1D441}">
      <dgm:prSet/>
      <dgm:spPr/>
      <dgm:t>
        <a:bodyPr/>
        <a:lstStyle/>
        <a:p>
          <a:endParaRPr lang="en-US"/>
        </a:p>
      </dgm:t>
    </dgm:pt>
    <dgm:pt modelId="{7387E747-B154-430D-8657-37AD796205BF}" type="pres">
      <dgm:prSet presAssocID="{991320E6-ECFF-4AFC-9A84-CC0240F18D25}" presName="linear" presStyleCnt="0">
        <dgm:presLayoutVars>
          <dgm:dir/>
          <dgm:animLvl val="lvl"/>
          <dgm:resizeHandles val="exact"/>
        </dgm:presLayoutVars>
      </dgm:prSet>
      <dgm:spPr/>
    </dgm:pt>
    <dgm:pt modelId="{F7853831-85AD-470B-9A32-154224CF5D2F}" type="pres">
      <dgm:prSet presAssocID="{2D0123EC-18D8-4D85-BE24-82501E67DF13}" presName="parentLin" presStyleCnt="0"/>
      <dgm:spPr/>
    </dgm:pt>
    <dgm:pt modelId="{24510940-18BD-467F-BE71-07F8767C5E4E}" type="pres">
      <dgm:prSet presAssocID="{2D0123EC-18D8-4D85-BE24-82501E67DF13}" presName="parentLeftMargin" presStyleLbl="node1" presStyleIdx="0" presStyleCnt="4"/>
      <dgm:spPr/>
    </dgm:pt>
    <dgm:pt modelId="{FEB3C2CE-9698-42DD-8F67-6D235BE62097}" type="pres">
      <dgm:prSet presAssocID="{2D0123EC-18D8-4D85-BE24-82501E67DF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90006E-6E0A-4B9D-83E0-9E9ECA626DB6}" type="pres">
      <dgm:prSet presAssocID="{2D0123EC-18D8-4D85-BE24-82501E67DF13}" presName="negativeSpace" presStyleCnt="0"/>
      <dgm:spPr/>
    </dgm:pt>
    <dgm:pt modelId="{F4703F59-B107-436A-9472-54202C080AE0}" type="pres">
      <dgm:prSet presAssocID="{2D0123EC-18D8-4D85-BE24-82501E67DF13}" presName="childText" presStyleLbl="conFgAcc1" presStyleIdx="0" presStyleCnt="4">
        <dgm:presLayoutVars>
          <dgm:bulletEnabled val="1"/>
        </dgm:presLayoutVars>
      </dgm:prSet>
      <dgm:spPr/>
    </dgm:pt>
    <dgm:pt modelId="{A34EE53B-D81B-4348-8980-ACB5CBD11E3B}" type="pres">
      <dgm:prSet presAssocID="{6FBD4877-56D0-4633-AADC-815703D724F7}" presName="spaceBetweenRectangles" presStyleCnt="0"/>
      <dgm:spPr/>
    </dgm:pt>
    <dgm:pt modelId="{EE5EA65D-363D-49C1-A652-611C52DE4EB4}" type="pres">
      <dgm:prSet presAssocID="{8A1E2F58-BB0C-4B4E-883D-5B68291DC13F}" presName="parentLin" presStyleCnt="0"/>
      <dgm:spPr/>
    </dgm:pt>
    <dgm:pt modelId="{B47B0F93-87A6-41E2-9824-529783473705}" type="pres">
      <dgm:prSet presAssocID="{8A1E2F58-BB0C-4B4E-883D-5B68291DC13F}" presName="parentLeftMargin" presStyleLbl="node1" presStyleIdx="0" presStyleCnt="4"/>
      <dgm:spPr/>
    </dgm:pt>
    <dgm:pt modelId="{419C8FDD-BACD-4BD4-B9CC-115EBDBE5914}" type="pres">
      <dgm:prSet presAssocID="{8A1E2F58-BB0C-4B4E-883D-5B68291DC1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2C75EA-2F18-4D4F-B7F4-93872BF4FB04}" type="pres">
      <dgm:prSet presAssocID="{8A1E2F58-BB0C-4B4E-883D-5B68291DC13F}" presName="negativeSpace" presStyleCnt="0"/>
      <dgm:spPr/>
    </dgm:pt>
    <dgm:pt modelId="{B501C294-E3B2-42FF-B144-400903A79356}" type="pres">
      <dgm:prSet presAssocID="{8A1E2F58-BB0C-4B4E-883D-5B68291DC13F}" presName="childText" presStyleLbl="conFgAcc1" presStyleIdx="1" presStyleCnt="4">
        <dgm:presLayoutVars>
          <dgm:bulletEnabled val="1"/>
        </dgm:presLayoutVars>
      </dgm:prSet>
      <dgm:spPr/>
    </dgm:pt>
    <dgm:pt modelId="{0B1BE78F-9B05-40F1-A462-9FEF1C0B97B4}" type="pres">
      <dgm:prSet presAssocID="{CE30AB56-BBAD-43A6-B19C-724C6BF17B09}" presName="spaceBetweenRectangles" presStyleCnt="0"/>
      <dgm:spPr/>
    </dgm:pt>
    <dgm:pt modelId="{7B562FB9-6E06-489E-9952-A14A5F3F125D}" type="pres">
      <dgm:prSet presAssocID="{20DF3E54-276B-42F4-B53F-FF4165F3A78B}" presName="parentLin" presStyleCnt="0"/>
      <dgm:spPr/>
    </dgm:pt>
    <dgm:pt modelId="{19EB9AB3-DC9F-4747-8604-BB09C323D14D}" type="pres">
      <dgm:prSet presAssocID="{20DF3E54-276B-42F4-B53F-FF4165F3A78B}" presName="parentLeftMargin" presStyleLbl="node1" presStyleIdx="1" presStyleCnt="4"/>
      <dgm:spPr/>
    </dgm:pt>
    <dgm:pt modelId="{D0FD9839-DE61-4CBD-8969-8EB49934B894}" type="pres">
      <dgm:prSet presAssocID="{20DF3E54-276B-42F4-B53F-FF4165F3A7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CB5A43-D8FE-455D-9351-F309B9FE6704}" type="pres">
      <dgm:prSet presAssocID="{20DF3E54-276B-42F4-B53F-FF4165F3A78B}" presName="negativeSpace" presStyleCnt="0"/>
      <dgm:spPr/>
    </dgm:pt>
    <dgm:pt modelId="{595C5423-B7DF-4A82-8065-F2530EFE134E}" type="pres">
      <dgm:prSet presAssocID="{20DF3E54-276B-42F4-B53F-FF4165F3A78B}" presName="childText" presStyleLbl="conFgAcc1" presStyleIdx="2" presStyleCnt="4">
        <dgm:presLayoutVars>
          <dgm:bulletEnabled val="1"/>
        </dgm:presLayoutVars>
      </dgm:prSet>
      <dgm:spPr/>
    </dgm:pt>
    <dgm:pt modelId="{CD4BD729-8CD0-4182-B806-3B4439821D42}" type="pres">
      <dgm:prSet presAssocID="{92F00D04-E546-4D0A-9403-D827FC5B27EA}" presName="spaceBetweenRectangles" presStyleCnt="0"/>
      <dgm:spPr/>
    </dgm:pt>
    <dgm:pt modelId="{EA442813-1D9F-42BB-84B1-6CF0A85493B0}" type="pres">
      <dgm:prSet presAssocID="{E09908EC-1EBC-45EA-9261-E32786C4B3EE}" presName="parentLin" presStyleCnt="0"/>
      <dgm:spPr/>
    </dgm:pt>
    <dgm:pt modelId="{7D952503-F054-41B3-A4B5-3B8195DDE6F1}" type="pres">
      <dgm:prSet presAssocID="{E09908EC-1EBC-45EA-9261-E32786C4B3EE}" presName="parentLeftMargin" presStyleLbl="node1" presStyleIdx="2" presStyleCnt="4"/>
      <dgm:spPr/>
    </dgm:pt>
    <dgm:pt modelId="{E793F7AA-13A7-4398-95BA-8F2242611BC2}" type="pres">
      <dgm:prSet presAssocID="{E09908EC-1EBC-45EA-9261-E32786C4B3E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FF86AB2-D991-4B01-BF2A-38DCD9646C51}" type="pres">
      <dgm:prSet presAssocID="{E09908EC-1EBC-45EA-9261-E32786C4B3EE}" presName="negativeSpace" presStyleCnt="0"/>
      <dgm:spPr/>
    </dgm:pt>
    <dgm:pt modelId="{4C776DDA-2BDA-409E-857F-0B8A977AE166}" type="pres">
      <dgm:prSet presAssocID="{E09908EC-1EBC-45EA-9261-E32786C4B3E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68BA11-F5AF-4120-BE1D-0A7C78F1D441}" srcId="{991320E6-ECFF-4AFC-9A84-CC0240F18D25}" destId="{E09908EC-1EBC-45EA-9261-E32786C4B3EE}" srcOrd="3" destOrd="0" parTransId="{1157CD68-4EF2-49A2-A51B-B14CAA16CD7A}" sibTransId="{3AD953DF-1D74-4724-9058-C1BBD7FBF2F7}"/>
    <dgm:cxn modelId="{970E1D15-E509-4392-A491-498BCF33866C}" type="presOf" srcId="{E09908EC-1EBC-45EA-9261-E32786C4B3EE}" destId="{7D952503-F054-41B3-A4B5-3B8195DDE6F1}" srcOrd="0" destOrd="0" presId="urn:microsoft.com/office/officeart/2005/8/layout/list1"/>
    <dgm:cxn modelId="{6FB35C16-1B8F-4422-AFA5-976FB4D5F785}" type="presOf" srcId="{8A1E2F58-BB0C-4B4E-883D-5B68291DC13F}" destId="{419C8FDD-BACD-4BD4-B9CC-115EBDBE5914}" srcOrd="1" destOrd="0" presId="urn:microsoft.com/office/officeart/2005/8/layout/list1"/>
    <dgm:cxn modelId="{4BA12828-9B97-4408-87CD-1BD8BA437BCE}" type="presOf" srcId="{20DF3E54-276B-42F4-B53F-FF4165F3A78B}" destId="{D0FD9839-DE61-4CBD-8969-8EB49934B894}" srcOrd="1" destOrd="0" presId="urn:microsoft.com/office/officeart/2005/8/layout/list1"/>
    <dgm:cxn modelId="{63F1062A-301B-4322-AADA-5D263109CFCF}" srcId="{991320E6-ECFF-4AFC-9A84-CC0240F18D25}" destId="{8A1E2F58-BB0C-4B4E-883D-5B68291DC13F}" srcOrd="1" destOrd="0" parTransId="{4E922EDD-3631-472B-B6B8-F54D57ECDD6E}" sibTransId="{CE30AB56-BBAD-43A6-B19C-724C6BF17B09}"/>
    <dgm:cxn modelId="{1EA2E961-DB4F-45B6-80BE-8D5D16E19D00}" type="presOf" srcId="{991320E6-ECFF-4AFC-9A84-CC0240F18D25}" destId="{7387E747-B154-430D-8657-37AD796205BF}" srcOrd="0" destOrd="0" presId="urn:microsoft.com/office/officeart/2005/8/layout/list1"/>
    <dgm:cxn modelId="{E621FF4D-4260-44B2-8647-94D6B266B5DC}" srcId="{991320E6-ECFF-4AFC-9A84-CC0240F18D25}" destId="{2D0123EC-18D8-4D85-BE24-82501E67DF13}" srcOrd="0" destOrd="0" parTransId="{323885A7-DFA2-41E7-B68F-ACE3CCEB1FE7}" sibTransId="{6FBD4877-56D0-4633-AADC-815703D724F7}"/>
    <dgm:cxn modelId="{ED2424A4-264F-4971-9F2E-F2BD59DF1FA5}" type="presOf" srcId="{E09908EC-1EBC-45EA-9261-E32786C4B3EE}" destId="{E793F7AA-13A7-4398-95BA-8F2242611BC2}" srcOrd="1" destOrd="0" presId="urn:microsoft.com/office/officeart/2005/8/layout/list1"/>
    <dgm:cxn modelId="{B5DE94C3-15F6-4456-96C9-30875359E118}" srcId="{991320E6-ECFF-4AFC-9A84-CC0240F18D25}" destId="{20DF3E54-276B-42F4-B53F-FF4165F3A78B}" srcOrd="2" destOrd="0" parTransId="{37356AC2-B8B1-47CB-BFEF-94DFFA03CAA1}" sibTransId="{92F00D04-E546-4D0A-9403-D827FC5B27EA}"/>
    <dgm:cxn modelId="{2C5AABC3-6D43-4EE8-9C5F-E15999524376}" type="presOf" srcId="{20DF3E54-276B-42F4-B53F-FF4165F3A78B}" destId="{19EB9AB3-DC9F-4747-8604-BB09C323D14D}" srcOrd="0" destOrd="0" presId="urn:microsoft.com/office/officeart/2005/8/layout/list1"/>
    <dgm:cxn modelId="{F2D9C0CE-DD03-4BCA-A61A-3D3D77CAEC7E}" type="presOf" srcId="{2D0123EC-18D8-4D85-BE24-82501E67DF13}" destId="{FEB3C2CE-9698-42DD-8F67-6D235BE62097}" srcOrd="1" destOrd="0" presId="urn:microsoft.com/office/officeart/2005/8/layout/list1"/>
    <dgm:cxn modelId="{BD4182ED-C589-48DE-A757-4B685C016721}" type="presOf" srcId="{2D0123EC-18D8-4D85-BE24-82501E67DF13}" destId="{24510940-18BD-467F-BE71-07F8767C5E4E}" srcOrd="0" destOrd="0" presId="urn:microsoft.com/office/officeart/2005/8/layout/list1"/>
    <dgm:cxn modelId="{4F06BBF5-B138-4FA8-A4D8-D2F7B0B5AFE2}" type="presOf" srcId="{8A1E2F58-BB0C-4B4E-883D-5B68291DC13F}" destId="{B47B0F93-87A6-41E2-9824-529783473705}" srcOrd="0" destOrd="0" presId="urn:microsoft.com/office/officeart/2005/8/layout/list1"/>
    <dgm:cxn modelId="{C0082E4A-782D-4BAD-8C51-752304D43972}" type="presParOf" srcId="{7387E747-B154-430D-8657-37AD796205BF}" destId="{F7853831-85AD-470B-9A32-154224CF5D2F}" srcOrd="0" destOrd="0" presId="urn:microsoft.com/office/officeart/2005/8/layout/list1"/>
    <dgm:cxn modelId="{36D9FF68-1549-42DD-B6C1-FCC787D57B73}" type="presParOf" srcId="{F7853831-85AD-470B-9A32-154224CF5D2F}" destId="{24510940-18BD-467F-BE71-07F8767C5E4E}" srcOrd="0" destOrd="0" presId="urn:microsoft.com/office/officeart/2005/8/layout/list1"/>
    <dgm:cxn modelId="{CB7B510A-B59F-4A1B-A1DA-F2B652721E42}" type="presParOf" srcId="{F7853831-85AD-470B-9A32-154224CF5D2F}" destId="{FEB3C2CE-9698-42DD-8F67-6D235BE62097}" srcOrd="1" destOrd="0" presId="urn:microsoft.com/office/officeart/2005/8/layout/list1"/>
    <dgm:cxn modelId="{42A89B7B-AD4E-4FDD-9908-3106F89633BB}" type="presParOf" srcId="{7387E747-B154-430D-8657-37AD796205BF}" destId="{B690006E-6E0A-4B9D-83E0-9E9ECA626DB6}" srcOrd="1" destOrd="0" presId="urn:microsoft.com/office/officeart/2005/8/layout/list1"/>
    <dgm:cxn modelId="{F6E7E0A4-4DA9-4EE8-BECF-E94AE604C7E1}" type="presParOf" srcId="{7387E747-B154-430D-8657-37AD796205BF}" destId="{F4703F59-B107-436A-9472-54202C080AE0}" srcOrd="2" destOrd="0" presId="urn:microsoft.com/office/officeart/2005/8/layout/list1"/>
    <dgm:cxn modelId="{FF019295-9690-4838-931C-246880F4FDFB}" type="presParOf" srcId="{7387E747-B154-430D-8657-37AD796205BF}" destId="{A34EE53B-D81B-4348-8980-ACB5CBD11E3B}" srcOrd="3" destOrd="0" presId="urn:microsoft.com/office/officeart/2005/8/layout/list1"/>
    <dgm:cxn modelId="{F4B333F2-7765-4E65-931F-2E0B8FE614C9}" type="presParOf" srcId="{7387E747-B154-430D-8657-37AD796205BF}" destId="{EE5EA65D-363D-49C1-A652-611C52DE4EB4}" srcOrd="4" destOrd="0" presId="urn:microsoft.com/office/officeart/2005/8/layout/list1"/>
    <dgm:cxn modelId="{5FC6C067-42DF-4CA0-9B07-1884048CC120}" type="presParOf" srcId="{EE5EA65D-363D-49C1-A652-611C52DE4EB4}" destId="{B47B0F93-87A6-41E2-9824-529783473705}" srcOrd="0" destOrd="0" presId="urn:microsoft.com/office/officeart/2005/8/layout/list1"/>
    <dgm:cxn modelId="{8CB039B5-DC76-45A2-9111-98AB04B69C18}" type="presParOf" srcId="{EE5EA65D-363D-49C1-A652-611C52DE4EB4}" destId="{419C8FDD-BACD-4BD4-B9CC-115EBDBE5914}" srcOrd="1" destOrd="0" presId="urn:microsoft.com/office/officeart/2005/8/layout/list1"/>
    <dgm:cxn modelId="{E9DF8F29-E2B5-46E6-98AF-5B6FD12846DF}" type="presParOf" srcId="{7387E747-B154-430D-8657-37AD796205BF}" destId="{4B2C75EA-2F18-4D4F-B7F4-93872BF4FB04}" srcOrd="5" destOrd="0" presId="urn:microsoft.com/office/officeart/2005/8/layout/list1"/>
    <dgm:cxn modelId="{B5CE7C6B-8F08-4651-A695-CF13FDF5D60D}" type="presParOf" srcId="{7387E747-B154-430D-8657-37AD796205BF}" destId="{B501C294-E3B2-42FF-B144-400903A79356}" srcOrd="6" destOrd="0" presId="urn:microsoft.com/office/officeart/2005/8/layout/list1"/>
    <dgm:cxn modelId="{06A0194F-5E7C-4BF5-98C9-296DF12DAE3E}" type="presParOf" srcId="{7387E747-B154-430D-8657-37AD796205BF}" destId="{0B1BE78F-9B05-40F1-A462-9FEF1C0B97B4}" srcOrd="7" destOrd="0" presId="urn:microsoft.com/office/officeart/2005/8/layout/list1"/>
    <dgm:cxn modelId="{5AB86379-838D-42EC-B8FD-C04AF6731692}" type="presParOf" srcId="{7387E747-B154-430D-8657-37AD796205BF}" destId="{7B562FB9-6E06-489E-9952-A14A5F3F125D}" srcOrd="8" destOrd="0" presId="urn:microsoft.com/office/officeart/2005/8/layout/list1"/>
    <dgm:cxn modelId="{50D496F3-8889-4758-9924-8F6A5BA480A3}" type="presParOf" srcId="{7B562FB9-6E06-489E-9952-A14A5F3F125D}" destId="{19EB9AB3-DC9F-4747-8604-BB09C323D14D}" srcOrd="0" destOrd="0" presId="urn:microsoft.com/office/officeart/2005/8/layout/list1"/>
    <dgm:cxn modelId="{0C9D269D-A8BC-47E5-BF14-8905CA167F66}" type="presParOf" srcId="{7B562FB9-6E06-489E-9952-A14A5F3F125D}" destId="{D0FD9839-DE61-4CBD-8969-8EB49934B894}" srcOrd="1" destOrd="0" presId="urn:microsoft.com/office/officeart/2005/8/layout/list1"/>
    <dgm:cxn modelId="{5AB5F31B-A89F-4BFF-BC1D-2EE067125C3A}" type="presParOf" srcId="{7387E747-B154-430D-8657-37AD796205BF}" destId="{97CB5A43-D8FE-455D-9351-F309B9FE6704}" srcOrd="9" destOrd="0" presId="urn:microsoft.com/office/officeart/2005/8/layout/list1"/>
    <dgm:cxn modelId="{CB1D6629-8032-4FC4-97F1-58F114B6FEEA}" type="presParOf" srcId="{7387E747-B154-430D-8657-37AD796205BF}" destId="{595C5423-B7DF-4A82-8065-F2530EFE134E}" srcOrd="10" destOrd="0" presId="urn:microsoft.com/office/officeart/2005/8/layout/list1"/>
    <dgm:cxn modelId="{7C9D9248-F122-4D08-B436-4AE3A290C7EC}" type="presParOf" srcId="{7387E747-B154-430D-8657-37AD796205BF}" destId="{CD4BD729-8CD0-4182-B806-3B4439821D42}" srcOrd="11" destOrd="0" presId="urn:microsoft.com/office/officeart/2005/8/layout/list1"/>
    <dgm:cxn modelId="{024020C1-7812-459A-8613-633288FE68B5}" type="presParOf" srcId="{7387E747-B154-430D-8657-37AD796205BF}" destId="{EA442813-1D9F-42BB-84B1-6CF0A85493B0}" srcOrd="12" destOrd="0" presId="urn:microsoft.com/office/officeart/2005/8/layout/list1"/>
    <dgm:cxn modelId="{7E0EEC63-E41A-47E9-BE01-3012CA948E3B}" type="presParOf" srcId="{EA442813-1D9F-42BB-84B1-6CF0A85493B0}" destId="{7D952503-F054-41B3-A4B5-3B8195DDE6F1}" srcOrd="0" destOrd="0" presId="urn:microsoft.com/office/officeart/2005/8/layout/list1"/>
    <dgm:cxn modelId="{BB0597D2-D318-4920-8E37-7FCDAD97D166}" type="presParOf" srcId="{EA442813-1D9F-42BB-84B1-6CF0A85493B0}" destId="{E793F7AA-13A7-4398-95BA-8F2242611BC2}" srcOrd="1" destOrd="0" presId="urn:microsoft.com/office/officeart/2005/8/layout/list1"/>
    <dgm:cxn modelId="{F1A8B3F2-5142-402F-8C99-78514A3879F2}" type="presParOf" srcId="{7387E747-B154-430D-8657-37AD796205BF}" destId="{4FF86AB2-D991-4B01-BF2A-38DCD9646C51}" srcOrd="13" destOrd="0" presId="urn:microsoft.com/office/officeart/2005/8/layout/list1"/>
    <dgm:cxn modelId="{383B99B5-CF1D-424F-9838-0DF498D991C2}" type="presParOf" srcId="{7387E747-B154-430D-8657-37AD796205BF}" destId="{4C776DDA-2BDA-409E-857F-0B8A977AE16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BF8790-22A7-4384-9A27-26865F6743C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B2A211-BDDF-459D-A320-EDD6295839BA}">
      <dgm:prSet/>
      <dgm:spPr/>
      <dgm:t>
        <a:bodyPr/>
        <a:lstStyle/>
        <a:p>
          <a:r>
            <a:rPr lang="en-US"/>
            <a:t>Customer: browse, cart, checkout, payment, tracking</a:t>
          </a:r>
        </a:p>
      </dgm:t>
    </dgm:pt>
    <dgm:pt modelId="{7E5539CB-32F4-4D54-B346-ADA95495F9EB}" type="parTrans" cxnId="{1C53769F-A607-4830-9A09-392A3FC6F582}">
      <dgm:prSet/>
      <dgm:spPr/>
      <dgm:t>
        <a:bodyPr/>
        <a:lstStyle/>
        <a:p>
          <a:endParaRPr lang="en-US"/>
        </a:p>
      </dgm:t>
    </dgm:pt>
    <dgm:pt modelId="{7021E631-6A61-413C-BD27-575F2CF7005E}" type="sibTrans" cxnId="{1C53769F-A607-4830-9A09-392A3FC6F582}">
      <dgm:prSet/>
      <dgm:spPr/>
      <dgm:t>
        <a:bodyPr/>
        <a:lstStyle/>
        <a:p>
          <a:endParaRPr lang="en-US"/>
        </a:p>
      </dgm:t>
    </dgm:pt>
    <dgm:pt modelId="{2E9AE42D-767B-4732-B64B-626155B6319D}">
      <dgm:prSet/>
      <dgm:spPr/>
      <dgm:t>
        <a:bodyPr/>
        <a:lstStyle/>
        <a:p>
          <a:r>
            <a:rPr lang="en-US"/>
            <a:t>Delivery Agent: accept delivery, map, mark delivered</a:t>
          </a:r>
        </a:p>
      </dgm:t>
    </dgm:pt>
    <dgm:pt modelId="{9718B285-DF7B-4B8E-9F0E-5A14D0D76CA0}" type="parTrans" cxnId="{BC8DEA47-0C15-4E4A-9E9A-AB816B139503}">
      <dgm:prSet/>
      <dgm:spPr/>
      <dgm:t>
        <a:bodyPr/>
        <a:lstStyle/>
        <a:p>
          <a:endParaRPr lang="en-US"/>
        </a:p>
      </dgm:t>
    </dgm:pt>
    <dgm:pt modelId="{D7D880CF-208C-4C45-A4B1-3F7E9F8138A0}" type="sibTrans" cxnId="{BC8DEA47-0C15-4E4A-9E9A-AB816B139503}">
      <dgm:prSet/>
      <dgm:spPr/>
      <dgm:t>
        <a:bodyPr/>
        <a:lstStyle/>
        <a:p>
          <a:endParaRPr lang="en-US"/>
        </a:p>
      </dgm:t>
    </dgm:pt>
    <dgm:pt modelId="{6373A690-41DD-41E6-8CFC-6AAA31E0099C}">
      <dgm:prSet/>
      <dgm:spPr/>
      <dgm:t>
        <a:bodyPr/>
        <a:lstStyle/>
        <a:p>
          <a:r>
            <a:rPr lang="en-US"/>
            <a:t>Admin: analytics, users, orders</a:t>
          </a:r>
        </a:p>
      </dgm:t>
    </dgm:pt>
    <dgm:pt modelId="{E50BAE0E-A478-4ED8-B424-97D7B959153E}" type="parTrans" cxnId="{532D9559-3A09-4C83-8D89-609D2EC3A100}">
      <dgm:prSet/>
      <dgm:spPr/>
      <dgm:t>
        <a:bodyPr/>
        <a:lstStyle/>
        <a:p>
          <a:endParaRPr lang="en-US"/>
        </a:p>
      </dgm:t>
    </dgm:pt>
    <dgm:pt modelId="{60395C48-13DB-485E-AEC9-0A6309289070}" type="sibTrans" cxnId="{532D9559-3A09-4C83-8D89-609D2EC3A100}">
      <dgm:prSet/>
      <dgm:spPr/>
      <dgm:t>
        <a:bodyPr/>
        <a:lstStyle/>
        <a:p>
          <a:endParaRPr lang="en-US"/>
        </a:p>
      </dgm:t>
    </dgm:pt>
    <dgm:pt modelId="{69A0F175-53DF-4073-9FF0-8E5A18ABFE13}" type="pres">
      <dgm:prSet presAssocID="{DEBF8790-22A7-4384-9A27-26865F6743CD}" presName="linear" presStyleCnt="0">
        <dgm:presLayoutVars>
          <dgm:animLvl val="lvl"/>
          <dgm:resizeHandles val="exact"/>
        </dgm:presLayoutVars>
      </dgm:prSet>
      <dgm:spPr/>
    </dgm:pt>
    <dgm:pt modelId="{CDE4F3DA-50F9-44EC-941B-A856F5DCF460}" type="pres">
      <dgm:prSet presAssocID="{5AB2A211-BDDF-459D-A320-EDD6295839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4B3039-5448-48BA-84EA-67E45F3C2134}" type="pres">
      <dgm:prSet presAssocID="{7021E631-6A61-413C-BD27-575F2CF7005E}" presName="spacer" presStyleCnt="0"/>
      <dgm:spPr/>
    </dgm:pt>
    <dgm:pt modelId="{83DCF57E-C2C9-4F41-A564-BD5E3EF6A8B6}" type="pres">
      <dgm:prSet presAssocID="{2E9AE42D-767B-4732-B64B-626155B631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A164C7-D56C-4A31-95BC-756BF8141E5B}" type="pres">
      <dgm:prSet presAssocID="{D7D880CF-208C-4C45-A4B1-3F7E9F8138A0}" presName="spacer" presStyleCnt="0"/>
      <dgm:spPr/>
    </dgm:pt>
    <dgm:pt modelId="{C774A396-D1E5-4C3C-BB5E-704F776E5B80}" type="pres">
      <dgm:prSet presAssocID="{6373A690-41DD-41E6-8CFC-6AAA31E0099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C8DEA47-0C15-4E4A-9E9A-AB816B139503}" srcId="{DEBF8790-22A7-4384-9A27-26865F6743CD}" destId="{2E9AE42D-767B-4732-B64B-626155B6319D}" srcOrd="1" destOrd="0" parTransId="{9718B285-DF7B-4B8E-9F0E-5A14D0D76CA0}" sibTransId="{D7D880CF-208C-4C45-A4B1-3F7E9F8138A0}"/>
    <dgm:cxn modelId="{532D9559-3A09-4C83-8D89-609D2EC3A100}" srcId="{DEBF8790-22A7-4384-9A27-26865F6743CD}" destId="{6373A690-41DD-41E6-8CFC-6AAA31E0099C}" srcOrd="2" destOrd="0" parTransId="{E50BAE0E-A478-4ED8-B424-97D7B959153E}" sibTransId="{60395C48-13DB-485E-AEC9-0A6309289070}"/>
    <dgm:cxn modelId="{71360581-0EB6-4121-B242-7808915F51B8}" type="presOf" srcId="{6373A690-41DD-41E6-8CFC-6AAA31E0099C}" destId="{C774A396-D1E5-4C3C-BB5E-704F776E5B80}" srcOrd="0" destOrd="0" presId="urn:microsoft.com/office/officeart/2005/8/layout/vList2"/>
    <dgm:cxn modelId="{552C569A-E95E-4717-8267-A1856B7DCC24}" type="presOf" srcId="{2E9AE42D-767B-4732-B64B-626155B6319D}" destId="{83DCF57E-C2C9-4F41-A564-BD5E3EF6A8B6}" srcOrd="0" destOrd="0" presId="urn:microsoft.com/office/officeart/2005/8/layout/vList2"/>
    <dgm:cxn modelId="{1C53769F-A607-4830-9A09-392A3FC6F582}" srcId="{DEBF8790-22A7-4384-9A27-26865F6743CD}" destId="{5AB2A211-BDDF-459D-A320-EDD6295839BA}" srcOrd="0" destOrd="0" parTransId="{7E5539CB-32F4-4D54-B346-ADA95495F9EB}" sibTransId="{7021E631-6A61-413C-BD27-575F2CF7005E}"/>
    <dgm:cxn modelId="{09C2A0A8-7BDB-4B28-B465-4A823BF79FE6}" type="presOf" srcId="{DEBF8790-22A7-4384-9A27-26865F6743CD}" destId="{69A0F175-53DF-4073-9FF0-8E5A18ABFE13}" srcOrd="0" destOrd="0" presId="urn:microsoft.com/office/officeart/2005/8/layout/vList2"/>
    <dgm:cxn modelId="{96A379B1-1074-4B39-BAB7-78A5719E4254}" type="presOf" srcId="{5AB2A211-BDDF-459D-A320-EDD6295839BA}" destId="{CDE4F3DA-50F9-44EC-941B-A856F5DCF460}" srcOrd="0" destOrd="0" presId="urn:microsoft.com/office/officeart/2005/8/layout/vList2"/>
    <dgm:cxn modelId="{21F8A114-B08E-405E-A3FC-7FB06B57EE1A}" type="presParOf" srcId="{69A0F175-53DF-4073-9FF0-8E5A18ABFE13}" destId="{CDE4F3DA-50F9-44EC-941B-A856F5DCF460}" srcOrd="0" destOrd="0" presId="urn:microsoft.com/office/officeart/2005/8/layout/vList2"/>
    <dgm:cxn modelId="{5B2E5CA4-5304-4693-97BA-004C4D563C5B}" type="presParOf" srcId="{69A0F175-53DF-4073-9FF0-8E5A18ABFE13}" destId="{DF4B3039-5448-48BA-84EA-67E45F3C2134}" srcOrd="1" destOrd="0" presId="urn:microsoft.com/office/officeart/2005/8/layout/vList2"/>
    <dgm:cxn modelId="{B8574E9E-F12C-4EC8-8E09-5BD7BB8D38A9}" type="presParOf" srcId="{69A0F175-53DF-4073-9FF0-8E5A18ABFE13}" destId="{83DCF57E-C2C9-4F41-A564-BD5E3EF6A8B6}" srcOrd="2" destOrd="0" presId="urn:microsoft.com/office/officeart/2005/8/layout/vList2"/>
    <dgm:cxn modelId="{78D95DD0-081C-48A4-8639-1E3574A29F21}" type="presParOf" srcId="{69A0F175-53DF-4073-9FF0-8E5A18ABFE13}" destId="{B9A164C7-D56C-4A31-95BC-756BF8141E5B}" srcOrd="3" destOrd="0" presId="urn:microsoft.com/office/officeart/2005/8/layout/vList2"/>
    <dgm:cxn modelId="{62165FEB-64E7-488F-BE9E-258DEBBD1ACB}" type="presParOf" srcId="{69A0F175-53DF-4073-9FF0-8E5A18ABFE13}" destId="{C774A396-D1E5-4C3C-BB5E-704F776E5B8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A60BF7-40FC-4CEF-9A24-4D2DAF6E381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ED688B-78C9-4A80-A4AB-190E09D8E0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React frontend</a:t>
          </a:r>
        </a:p>
      </dgm:t>
    </dgm:pt>
    <dgm:pt modelId="{BA291643-AEBA-4249-84C1-674DC55A2E97}" type="parTrans" cxnId="{C981E6BE-4A46-48A7-8FEA-4C08C57E3D72}">
      <dgm:prSet/>
      <dgm:spPr/>
      <dgm:t>
        <a:bodyPr/>
        <a:lstStyle/>
        <a:p>
          <a:endParaRPr lang="en-US"/>
        </a:p>
      </dgm:t>
    </dgm:pt>
    <dgm:pt modelId="{9BA75467-027D-4656-B84E-FBDAF96AF00B}" type="sibTrans" cxnId="{C981E6BE-4A46-48A7-8FEA-4C08C57E3D72}">
      <dgm:prSet/>
      <dgm:spPr/>
      <dgm:t>
        <a:bodyPr/>
        <a:lstStyle/>
        <a:p>
          <a:endParaRPr lang="en-US"/>
        </a:p>
      </dgm:t>
    </dgm:pt>
    <dgm:pt modelId="{D8EBB22E-1FC1-42F5-AA6E-5D93E55E26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API Gateway</a:t>
          </a:r>
        </a:p>
      </dgm:t>
    </dgm:pt>
    <dgm:pt modelId="{1A7A8444-3F0B-4092-9CF4-4D61F5348391}" type="parTrans" cxnId="{86FCB968-9550-48FC-8C1B-CF2D879E9005}">
      <dgm:prSet/>
      <dgm:spPr/>
      <dgm:t>
        <a:bodyPr/>
        <a:lstStyle/>
        <a:p>
          <a:endParaRPr lang="en-US"/>
        </a:p>
      </dgm:t>
    </dgm:pt>
    <dgm:pt modelId="{1726C348-580A-4D26-9469-147F1B161859}" type="sibTrans" cxnId="{86FCB968-9550-48FC-8C1B-CF2D879E9005}">
      <dgm:prSet/>
      <dgm:spPr/>
      <dgm:t>
        <a:bodyPr/>
        <a:lstStyle/>
        <a:p>
          <a:endParaRPr lang="en-US"/>
        </a:p>
      </dgm:t>
    </dgm:pt>
    <dgm:pt modelId="{B311EF4E-A662-49F2-B6A3-419F51D167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Eureka discovery</a:t>
          </a:r>
        </a:p>
      </dgm:t>
    </dgm:pt>
    <dgm:pt modelId="{AFCDA0A4-8682-41D4-94B1-8FE360A12067}" type="parTrans" cxnId="{7C48D94E-FD52-49FE-A61C-2B8D4F81853A}">
      <dgm:prSet/>
      <dgm:spPr/>
      <dgm:t>
        <a:bodyPr/>
        <a:lstStyle/>
        <a:p>
          <a:endParaRPr lang="en-US"/>
        </a:p>
      </dgm:t>
    </dgm:pt>
    <dgm:pt modelId="{A5FB6FE1-CD7B-45FA-854D-D3608B915413}" type="sibTrans" cxnId="{7C48D94E-FD52-49FE-A61C-2B8D4F81853A}">
      <dgm:prSet/>
      <dgm:spPr/>
      <dgm:t>
        <a:bodyPr/>
        <a:lstStyle/>
        <a:p>
          <a:endParaRPr lang="en-US"/>
        </a:p>
      </dgm:t>
    </dgm:pt>
    <dgm:pt modelId="{F79C9A55-237C-4A9C-B874-99FE0E73AC6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Auth, Order, Delivery, Admin services</a:t>
          </a:r>
        </a:p>
      </dgm:t>
    </dgm:pt>
    <dgm:pt modelId="{5DFB833C-B93B-47CE-BB3D-1ECECF94477F}" type="parTrans" cxnId="{EF3E9509-4CC3-46AF-AF48-6F749712EFC6}">
      <dgm:prSet/>
      <dgm:spPr/>
      <dgm:t>
        <a:bodyPr/>
        <a:lstStyle/>
        <a:p>
          <a:endParaRPr lang="en-US"/>
        </a:p>
      </dgm:t>
    </dgm:pt>
    <dgm:pt modelId="{FD87CB70-3315-4543-BDC1-FD740693A26A}" type="sibTrans" cxnId="{EF3E9509-4CC3-46AF-AF48-6F749712EFC6}">
      <dgm:prSet/>
      <dgm:spPr/>
      <dgm:t>
        <a:bodyPr/>
        <a:lstStyle/>
        <a:p>
          <a:endParaRPr lang="en-US"/>
        </a:p>
      </dgm:t>
    </dgm:pt>
    <dgm:pt modelId="{8125EAF2-D3C4-4298-AF57-3067F6C248F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MySQL databases</a:t>
          </a:r>
        </a:p>
      </dgm:t>
    </dgm:pt>
    <dgm:pt modelId="{226C6CE7-C81C-4B6E-8E52-B97608819A98}" type="parTrans" cxnId="{240DF51D-077B-4881-AF32-60054AE13952}">
      <dgm:prSet/>
      <dgm:spPr/>
      <dgm:t>
        <a:bodyPr/>
        <a:lstStyle/>
        <a:p>
          <a:endParaRPr lang="en-US"/>
        </a:p>
      </dgm:t>
    </dgm:pt>
    <dgm:pt modelId="{A2058AC8-4E8A-41BC-8F10-B71573C0CCA0}" type="sibTrans" cxnId="{240DF51D-077B-4881-AF32-60054AE13952}">
      <dgm:prSet/>
      <dgm:spPr/>
      <dgm:t>
        <a:bodyPr/>
        <a:lstStyle/>
        <a:p>
          <a:endParaRPr lang="en-US"/>
        </a:p>
      </dgm:t>
    </dgm:pt>
    <dgm:pt modelId="{1F154D27-AB47-4E91-83A4-A6264077EC19}" type="pres">
      <dgm:prSet presAssocID="{A3A60BF7-40FC-4CEF-9A24-4D2DAF6E381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853D8E-1820-429B-AE42-B5B773B1CCB8}" type="pres">
      <dgm:prSet presAssocID="{2DED688B-78C9-4A80-A4AB-190E09D8E048}" presName="hierRoot1" presStyleCnt="0"/>
      <dgm:spPr/>
    </dgm:pt>
    <dgm:pt modelId="{1F98CB33-0C21-4CB6-AA7A-E202D4ED877A}" type="pres">
      <dgm:prSet presAssocID="{2DED688B-78C9-4A80-A4AB-190E09D8E048}" presName="composite" presStyleCnt="0"/>
      <dgm:spPr/>
    </dgm:pt>
    <dgm:pt modelId="{E44C2FC0-8EC0-4B4E-91F3-FFD904957AB0}" type="pres">
      <dgm:prSet presAssocID="{2DED688B-78C9-4A80-A4AB-190E09D8E048}" presName="background" presStyleLbl="node0" presStyleIdx="0" presStyleCnt="5"/>
      <dgm:spPr/>
    </dgm:pt>
    <dgm:pt modelId="{EBBCAA10-748C-4E4C-A620-C8E09BBB1DED}" type="pres">
      <dgm:prSet presAssocID="{2DED688B-78C9-4A80-A4AB-190E09D8E048}" presName="text" presStyleLbl="fgAcc0" presStyleIdx="0" presStyleCnt="5">
        <dgm:presLayoutVars>
          <dgm:chPref val="3"/>
        </dgm:presLayoutVars>
      </dgm:prSet>
      <dgm:spPr/>
    </dgm:pt>
    <dgm:pt modelId="{5CDFB8F7-7988-4593-B5E8-2FFC49129921}" type="pres">
      <dgm:prSet presAssocID="{2DED688B-78C9-4A80-A4AB-190E09D8E048}" presName="hierChild2" presStyleCnt="0"/>
      <dgm:spPr/>
    </dgm:pt>
    <dgm:pt modelId="{C44507AB-36BC-4730-AA53-C0AC63738B39}" type="pres">
      <dgm:prSet presAssocID="{D8EBB22E-1FC1-42F5-AA6E-5D93E55E2610}" presName="hierRoot1" presStyleCnt="0"/>
      <dgm:spPr/>
    </dgm:pt>
    <dgm:pt modelId="{5954F05F-10DE-43E1-BECD-30DBE4302E6E}" type="pres">
      <dgm:prSet presAssocID="{D8EBB22E-1FC1-42F5-AA6E-5D93E55E2610}" presName="composite" presStyleCnt="0"/>
      <dgm:spPr/>
    </dgm:pt>
    <dgm:pt modelId="{A5BD9236-4186-4CCA-9699-D3F5C1DA3E03}" type="pres">
      <dgm:prSet presAssocID="{D8EBB22E-1FC1-42F5-AA6E-5D93E55E2610}" presName="background" presStyleLbl="node0" presStyleIdx="1" presStyleCnt="5"/>
      <dgm:spPr/>
    </dgm:pt>
    <dgm:pt modelId="{C8C8A922-E60F-4C5D-8B7C-8DA1C270DCBC}" type="pres">
      <dgm:prSet presAssocID="{D8EBB22E-1FC1-42F5-AA6E-5D93E55E2610}" presName="text" presStyleLbl="fgAcc0" presStyleIdx="1" presStyleCnt="5">
        <dgm:presLayoutVars>
          <dgm:chPref val="3"/>
        </dgm:presLayoutVars>
      </dgm:prSet>
      <dgm:spPr/>
    </dgm:pt>
    <dgm:pt modelId="{891DF02F-608E-4098-BB34-B3E3CADFF05E}" type="pres">
      <dgm:prSet presAssocID="{D8EBB22E-1FC1-42F5-AA6E-5D93E55E2610}" presName="hierChild2" presStyleCnt="0"/>
      <dgm:spPr/>
    </dgm:pt>
    <dgm:pt modelId="{8B3D9D75-BB87-43F8-885E-69AFA6768A15}" type="pres">
      <dgm:prSet presAssocID="{B311EF4E-A662-49F2-B6A3-419F51D167C0}" presName="hierRoot1" presStyleCnt="0"/>
      <dgm:spPr/>
    </dgm:pt>
    <dgm:pt modelId="{37BA1D78-5F73-4BDB-9B3C-D0EB5F931757}" type="pres">
      <dgm:prSet presAssocID="{B311EF4E-A662-49F2-B6A3-419F51D167C0}" presName="composite" presStyleCnt="0"/>
      <dgm:spPr/>
    </dgm:pt>
    <dgm:pt modelId="{29EACCDF-6106-472C-BD88-F0AF85B0B75B}" type="pres">
      <dgm:prSet presAssocID="{B311EF4E-A662-49F2-B6A3-419F51D167C0}" presName="background" presStyleLbl="node0" presStyleIdx="2" presStyleCnt="5"/>
      <dgm:spPr/>
    </dgm:pt>
    <dgm:pt modelId="{E2BFB074-A5D6-4AFE-A14F-F8FE769DC9AD}" type="pres">
      <dgm:prSet presAssocID="{B311EF4E-A662-49F2-B6A3-419F51D167C0}" presName="text" presStyleLbl="fgAcc0" presStyleIdx="2" presStyleCnt="5">
        <dgm:presLayoutVars>
          <dgm:chPref val="3"/>
        </dgm:presLayoutVars>
      </dgm:prSet>
      <dgm:spPr/>
    </dgm:pt>
    <dgm:pt modelId="{227BF085-09DF-4853-999E-85B5CF4F077E}" type="pres">
      <dgm:prSet presAssocID="{B311EF4E-A662-49F2-B6A3-419F51D167C0}" presName="hierChild2" presStyleCnt="0"/>
      <dgm:spPr/>
    </dgm:pt>
    <dgm:pt modelId="{5F545C33-1352-4FD6-AA68-8FB3D4172534}" type="pres">
      <dgm:prSet presAssocID="{F79C9A55-237C-4A9C-B874-99FE0E73AC6C}" presName="hierRoot1" presStyleCnt="0"/>
      <dgm:spPr/>
    </dgm:pt>
    <dgm:pt modelId="{9ED30EE3-1B01-4373-BDDC-4BE153DAEF95}" type="pres">
      <dgm:prSet presAssocID="{F79C9A55-237C-4A9C-B874-99FE0E73AC6C}" presName="composite" presStyleCnt="0"/>
      <dgm:spPr/>
    </dgm:pt>
    <dgm:pt modelId="{0495FDFD-0694-4EB8-A84D-E305F601375E}" type="pres">
      <dgm:prSet presAssocID="{F79C9A55-237C-4A9C-B874-99FE0E73AC6C}" presName="background" presStyleLbl="node0" presStyleIdx="3" presStyleCnt="5"/>
      <dgm:spPr/>
    </dgm:pt>
    <dgm:pt modelId="{79C21677-3A33-4E18-BD87-17AD72D59689}" type="pres">
      <dgm:prSet presAssocID="{F79C9A55-237C-4A9C-B874-99FE0E73AC6C}" presName="text" presStyleLbl="fgAcc0" presStyleIdx="3" presStyleCnt="5">
        <dgm:presLayoutVars>
          <dgm:chPref val="3"/>
        </dgm:presLayoutVars>
      </dgm:prSet>
      <dgm:spPr/>
    </dgm:pt>
    <dgm:pt modelId="{E218E5D4-1A75-4C05-AC1D-638651D8936A}" type="pres">
      <dgm:prSet presAssocID="{F79C9A55-237C-4A9C-B874-99FE0E73AC6C}" presName="hierChild2" presStyleCnt="0"/>
      <dgm:spPr/>
    </dgm:pt>
    <dgm:pt modelId="{3E7CCDA4-D283-40A3-907C-B3985E0D88CE}" type="pres">
      <dgm:prSet presAssocID="{8125EAF2-D3C4-4298-AF57-3067F6C248F0}" presName="hierRoot1" presStyleCnt="0"/>
      <dgm:spPr/>
    </dgm:pt>
    <dgm:pt modelId="{3BD5061E-6D5E-4DBF-B032-8A251982FD12}" type="pres">
      <dgm:prSet presAssocID="{8125EAF2-D3C4-4298-AF57-3067F6C248F0}" presName="composite" presStyleCnt="0"/>
      <dgm:spPr/>
    </dgm:pt>
    <dgm:pt modelId="{F08EF35B-0039-40C7-83DD-2C7D5C388B52}" type="pres">
      <dgm:prSet presAssocID="{8125EAF2-D3C4-4298-AF57-3067F6C248F0}" presName="background" presStyleLbl="node0" presStyleIdx="4" presStyleCnt="5"/>
      <dgm:spPr/>
    </dgm:pt>
    <dgm:pt modelId="{AA7F6B70-6804-4A79-AF23-44656E4039CF}" type="pres">
      <dgm:prSet presAssocID="{8125EAF2-D3C4-4298-AF57-3067F6C248F0}" presName="text" presStyleLbl="fgAcc0" presStyleIdx="4" presStyleCnt="5">
        <dgm:presLayoutVars>
          <dgm:chPref val="3"/>
        </dgm:presLayoutVars>
      </dgm:prSet>
      <dgm:spPr/>
    </dgm:pt>
    <dgm:pt modelId="{19EAD27F-E943-44A2-9A97-383EC3FFCBD3}" type="pres">
      <dgm:prSet presAssocID="{8125EAF2-D3C4-4298-AF57-3067F6C248F0}" presName="hierChild2" presStyleCnt="0"/>
      <dgm:spPr/>
    </dgm:pt>
  </dgm:ptLst>
  <dgm:cxnLst>
    <dgm:cxn modelId="{EF3E9509-4CC3-46AF-AF48-6F749712EFC6}" srcId="{A3A60BF7-40FC-4CEF-9A24-4D2DAF6E3813}" destId="{F79C9A55-237C-4A9C-B874-99FE0E73AC6C}" srcOrd="3" destOrd="0" parTransId="{5DFB833C-B93B-47CE-BB3D-1ECECF94477F}" sibTransId="{FD87CB70-3315-4543-BDC1-FD740693A26A}"/>
    <dgm:cxn modelId="{240DF51D-077B-4881-AF32-60054AE13952}" srcId="{A3A60BF7-40FC-4CEF-9A24-4D2DAF6E3813}" destId="{8125EAF2-D3C4-4298-AF57-3067F6C248F0}" srcOrd="4" destOrd="0" parTransId="{226C6CE7-C81C-4B6E-8E52-B97608819A98}" sibTransId="{A2058AC8-4E8A-41BC-8F10-B71573C0CCA0}"/>
    <dgm:cxn modelId="{74B42E32-8A75-4908-83DA-9BD63ABA5333}" type="presOf" srcId="{2DED688B-78C9-4A80-A4AB-190E09D8E048}" destId="{EBBCAA10-748C-4E4C-A620-C8E09BBB1DED}" srcOrd="0" destOrd="0" presId="urn:microsoft.com/office/officeart/2005/8/layout/hierarchy1"/>
    <dgm:cxn modelId="{86FCB968-9550-48FC-8C1B-CF2D879E9005}" srcId="{A3A60BF7-40FC-4CEF-9A24-4D2DAF6E3813}" destId="{D8EBB22E-1FC1-42F5-AA6E-5D93E55E2610}" srcOrd="1" destOrd="0" parTransId="{1A7A8444-3F0B-4092-9CF4-4D61F5348391}" sibTransId="{1726C348-580A-4D26-9469-147F1B161859}"/>
    <dgm:cxn modelId="{6DDB8749-6BCE-4164-BD35-EB0C43F09A99}" type="presOf" srcId="{8125EAF2-D3C4-4298-AF57-3067F6C248F0}" destId="{AA7F6B70-6804-4A79-AF23-44656E4039CF}" srcOrd="0" destOrd="0" presId="urn:microsoft.com/office/officeart/2005/8/layout/hierarchy1"/>
    <dgm:cxn modelId="{7C48D94E-FD52-49FE-A61C-2B8D4F81853A}" srcId="{A3A60BF7-40FC-4CEF-9A24-4D2DAF6E3813}" destId="{B311EF4E-A662-49F2-B6A3-419F51D167C0}" srcOrd="2" destOrd="0" parTransId="{AFCDA0A4-8682-41D4-94B1-8FE360A12067}" sibTransId="{A5FB6FE1-CD7B-45FA-854D-D3608B915413}"/>
    <dgm:cxn modelId="{DE3DC67E-9250-4FD7-9D50-E9EFAB9FC6D0}" type="presOf" srcId="{B311EF4E-A662-49F2-B6A3-419F51D167C0}" destId="{E2BFB074-A5D6-4AFE-A14F-F8FE769DC9AD}" srcOrd="0" destOrd="0" presId="urn:microsoft.com/office/officeart/2005/8/layout/hierarchy1"/>
    <dgm:cxn modelId="{991E6488-8B35-47C5-AF0E-9C33039996F0}" type="presOf" srcId="{D8EBB22E-1FC1-42F5-AA6E-5D93E55E2610}" destId="{C8C8A922-E60F-4C5D-8B7C-8DA1C270DCBC}" srcOrd="0" destOrd="0" presId="urn:microsoft.com/office/officeart/2005/8/layout/hierarchy1"/>
    <dgm:cxn modelId="{A0D4AFA3-1262-4757-A630-E9CB68806140}" type="presOf" srcId="{A3A60BF7-40FC-4CEF-9A24-4D2DAF6E3813}" destId="{1F154D27-AB47-4E91-83A4-A6264077EC19}" srcOrd="0" destOrd="0" presId="urn:microsoft.com/office/officeart/2005/8/layout/hierarchy1"/>
    <dgm:cxn modelId="{C981E6BE-4A46-48A7-8FEA-4C08C57E3D72}" srcId="{A3A60BF7-40FC-4CEF-9A24-4D2DAF6E3813}" destId="{2DED688B-78C9-4A80-A4AB-190E09D8E048}" srcOrd="0" destOrd="0" parTransId="{BA291643-AEBA-4249-84C1-674DC55A2E97}" sibTransId="{9BA75467-027D-4656-B84E-FBDAF96AF00B}"/>
    <dgm:cxn modelId="{3F54E4E8-DB27-4E9C-9C08-60DF9C83B298}" type="presOf" srcId="{F79C9A55-237C-4A9C-B874-99FE0E73AC6C}" destId="{79C21677-3A33-4E18-BD87-17AD72D59689}" srcOrd="0" destOrd="0" presId="urn:microsoft.com/office/officeart/2005/8/layout/hierarchy1"/>
    <dgm:cxn modelId="{584CB6F1-4F53-4501-ACE5-3017F5107B33}" type="presParOf" srcId="{1F154D27-AB47-4E91-83A4-A6264077EC19}" destId="{15853D8E-1820-429B-AE42-B5B773B1CCB8}" srcOrd="0" destOrd="0" presId="urn:microsoft.com/office/officeart/2005/8/layout/hierarchy1"/>
    <dgm:cxn modelId="{BFF53025-0DAD-4D75-A208-91D329A16738}" type="presParOf" srcId="{15853D8E-1820-429B-AE42-B5B773B1CCB8}" destId="{1F98CB33-0C21-4CB6-AA7A-E202D4ED877A}" srcOrd="0" destOrd="0" presId="urn:microsoft.com/office/officeart/2005/8/layout/hierarchy1"/>
    <dgm:cxn modelId="{711A2AB8-3722-4A28-8755-1991C08057C4}" type="presParOf" srcId="{1F98CB33-0C21-4CB6-AA7A-E202D4ED877A}" destId="{E44C2FC0-8EC0-4B4E-91F3-FFD904957AB0}" srcOrd="0" destOrd="0" presId="urn:microsoft.com/office/officeart/2005/8/layout/hierarchy1"/>
    <dgm:cxn modelId="{D56B919D-FEB7-4FF8-BDA1-F0F707BD2E2F}" type="presParOf" srcId="{1F98CB33-0C21-4CB6-AA7A-E202D4ED877A}" destId="{EBBCAA10-748C-4E4C-A620-C8E09BBB1DED}" srcOrd="1" destOrd="0" presId="urn:microsoft.com/office/officeart/2005/8/layout/hierarchy1"/>
    <dgm:cxn modelId="{94C7FB14-1535-494B-8C47-B20A5F95E9E3}" type="presParOf" srcId="{15853D8E-1820-429B-AE42-B5B773B1CCB8}" destId="{5CDFB8F7-7988-4593-B5E8-2FFC49129921}" srcOrd="1" destOrd="0" presId="urn:microsoft.com/office/officeart/2005/8/layout/hierarchy1"/>
    <dgm:cxn modelId="{54AE7E7F-6969-46FD-B639-6DC312D2D8D0}" type="presParOf" srcId="{1F154D27-AB47-4E91-83A4-A6264077EC19}" destId="{C44507AB-36BC-4730-AA53-C0AC63738B39}" srcOrd="1" destOrd="0" presId="urn:microsoft.com/office/officeart/2005/8/layout/hierarchy1"/>
    <dgm:cxn modelId="{9138B9C9-7BE2-4725-8959-2739D1A3AABB}" type="presParOf" srcId="{C44507AB-36BC-4730-AA53-C0AC63738B39}" destId="{5954F05F-10DE-43E1-BECD-30DBE4302E6E}" srcOrd="0" destOrd="0" presId="urn:microsoft.com/office/officeart/2005/8/layout/hierarchy1"/>
    <dgm:cxn modelId="{E67B7970-856C-4254-A35E-A6FD2C24BB91}" type="presParOf" srcId="{5954F05F-10DE-43E1-BECD-30DBE4302E6E}" destId="{A5BD9236-4186-4CCA-9699-D3F5C1DA3E03}" srcOrd="0" destOrd="0" presId="urn:microsoft.com/office/officeart/2005/8/layout/hierarchy1"/>
    <dgm:cxn modelId="{38011975-C544-437E-B82D-DF981022E543}" type="presParOf" srcId="{5954F05F-10DE-43E1-BECD-30DBE4302E6E}" destId="{C8C8A922-E60F-4C5D-8B7C-8DA1C270DCBC}" srcOrd="1" destOrd="0" presId="urn:microsoft.com/office/officeart/2005/8/layout/hierarchy1"/>
    <dgm:cxn modelId="{52C1A836-9AEB-499A-BF4B-F7E3BFB22BF3}" type="presParOf" srcId="{C44507AB-36BC-4730-AA53-C0AC63738B39}" destId="{891DF02F-608E-4098-BB34-B3E3CADFF05E}" srcOrd="1" destOrd="0" presId="urn:microsoft.com/office/officeart/2005/8/layout/hierarchy1"/>
    <dgm:cxn modelId="{D69DC270-DC1E-44BA-A2AD-ACD56B3BFDBC}" type="presParOf" srcId="{1F154D27-AB47-4E91-83A4-A6264077EC19}" destId="{8B3D9D75-BB87-43F8-885E-69AFA6768A15}" srcOrd="2" destOrd="0" presId="urn:microsoft.com/office/officeart/2005/8/layout/hierarchy1"/>
    <dgm:cxn modelId="{EBF64A13-5FE1-4C45-B88A-BB33C707427C}" type="presParOf" srcId="{8B3D9D75-BB87-43F8-885E-69AFA6768A15}" destId="{37BA1D78-5F73-4BDB-9B3C-D0EB5F931757}" srcOrd="0" destOrd="0" presId="urn:microsoft.com/office/officeart/2005/8/layout/hierarchy1"/>
    <dgm:cxn modelId="{1A16F3C0-71CC-4648-B496-498B7C247FD5}" type="presParOf" srcId="{37BA1D78-5F73-4BDB-9B3C-D0EB5F931757}" destId="{29EACCDF-6106-472C-BD88-F0AF85B0B75B}" srcOrd="0" destOrd="0" presId="urn:microsoft.com/office/officeart/2005/8/layout/hierarchy1"/>
    <dgm:cxn modelId="{9B175021-8B8A-4537-B7E2-69EF78A12498}" type="presParOf" srcId="{37BA1D78-5F73-4BDB-9B3C-D0EB5F931757}" destId="{E2BFB074-A5D6-4AFE-A14F-F8FE769DC9AD}" srcOrd="1" destOrd="0" presId="urn:microsoft.com/office/officeart/2005/8/layout/hierarchy1"/>
    <dgm:cxn modelId="{EC79283C-0626-44CA-8912-1642045256AC}" type="presParOf" srcId="{8B3D9D75-BB87-43F8-885E-69AFA6768A15}" destId="{227BF085-09DF-4853-999E-85B5CF4F077E}" srcOrd="1" destOrd="0" presId="urn:microsoft.com/office/officeart/2005/8/layout/hierarchy1"/>
    <dgm:cxn modelId="{2291770B-FE83-48F2-8501-161392C4EA69}" type="presParOf" srcId="{1F154D27-AB47-4E91-83A4-A6264077EC19}" destId="{5F545C33-1352-4FD6-AA68-8FB3D4172534}" srcOrd="3" destOrd="0" presId="urn:microsoft.com/office/officeart/2005/8/layout/hierarchy1"/>
    <dgm:cxn modelId="{F7E7CAA4-C6AC-462C-B757-C8B1E67EF1A3}" type="presParOf" srcId="{5F545C33-1352-4FD6-AA68-8FB3D4172534}" destId="{9ED30EE3-1B01-4373-BDDC-4BE153DAEF95}" srcOrd="0" destOrd="0" presId="urn:microsoft.com/office/officeart/2005/8/layout/hierarchy1"/>
    <dgm:cxn modelId="{0A37C96D-57AE-4E9E-9E91-20CE6143357A}" type="presParOf" srcId="{9ED30EE3-1B01-4373-BDDC-4BE153DAEF95}" destId="{0495FDFD-0694-4EB8-A84D-E305F601375E}" srcOrd="0" destOrd="0" presId="urn:microsoft.com/office/officeart/2005/8/layout/hierarchy1"/>
    <dgm:cxn modelId="{2CE4CD76-EDC0-46B3-B897-CCFB00DEC05C}" type="presParOf" srcId="{9ED30EE3-1B01-4373-BDDC-4BE153DAEF95}" destId="{79C21677-3A33-4E18-BD87-17AD72D59689}" srcOrd="1" destOrd="0" presId="urn:microsoft.com/office/officeart/2005/8/layout/hierarchy1"/>
    <dgm:cxn modelId="{A960CCA9-D584-4197-BC17-EAEEA2F909AC}" type="presParOf" srcId="{5F545C33-1352-4FD6-AA68-8FB3D4172534}" destId="{E218E5D4-1A75-4C05-AC1D-638651D8936A}" srcOrd="1" destOrd="0" presId="urn:microsoft.com/office/officeart/2005/8/layout/hierarchy1"/>
    <dgm:cxn modelId="{84AEE071-86E9-4B81-95CF-19DF72AEA09C}" type="presParOf" srcId="{1F154D27-AB47-4E91-83A4-A6264077EC19}" destId="{3E7CCDA4-D283-40A3-907C-B3985E0D88CE}" srcOrd="4" destOrd="0" presId="urn:microsoft.com/office/officeart/2005/8/layout/hierarchy1"/>
    <dgm:cxn modelId="{447953B7-0A10-4161-A275-28640BC1977E}" type="presParOf" srcId="{3E7CCDA4-D283-40A3-907C-B3985E0D88CE}" destId="{3BD5061E-6D5E-4DBF-B032-8A251982FD12}" srcOrd="0" destOrd="0" presId="urn:microsoft.com/office/officeart/2005/8/layout/hierarchy1"/>
    <dgm:cxn modelId="{6DF8F13A-0221-45CC-AF60-C0665358E088}" type="presParOf" srcId="{3BD5061E-6D5E-4DBF-B032-8A251982FD12}" destId="{F08EF35B-0039-40C7-83DD-2C7D5C388B52}" srcOrd="0" destOrd="0" presId="urn:microsoft.com/office/officeart/2005/8/layout/hierarchy1"/>
    <dgm:cxn modelId="{77FB87A6-CE3D-4E52-A4D6-A667BDE9D165}" type="presParOf" srcId="{3BD5061E-6D5E-4DBF-B032-8A251982FD12}" destId="{AA7F6B70-6804-4A79-AF23-44656E4039CF}" srcOrd="1" destOrd="0" presId="urn:microsoft.com/office/officeart/2005/8/layout/hierarchy1"/>
    <dgm:cxn modelId="{53F6F8E3-F847-4D43-A37F-531F447A1DE3}" type="presParOf" srcId="{3E7CCDA4-D283-40A3-907C-B3985E0D88CE}" destId="{19EAD27F-E943-44A2-9A97-383EC3FFCB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45DEF-9D2F-4FDC-9AE2-124F566D9060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4B241-5C1F-4D45-AAFE-637C10CCF5FA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Fragmented ordering and delivery experience</a:t>
          </a:r>
        </a:p>
      </dsp:txBody>
      <dsp:txXfrm>
        <a:off x="283960" y="1066136"/>
        <a:ext cx="2107770" cy="1308711"/>
      </dsp:txXfrm>
    </dsp:sp>
    <dsp:sp modelId="{76D84B0A-F8EC-46BA-ABEB-148A07026F24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42844-75BC-4D1D-9826-2575BE23E735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Limited visibility for customer delivery tracking</a:t>
          </a:r>
        </a:p>
      </dsp:txBody>
      <dsp:txXfrm>
        <a:off x="2959652" y="1066136"/>
        <a:ext cx="2107770" cy="1308711"/>
      </dsp:txXfrm>
    </dsp:sp>
    <dsp:sp modelId="{F1D8BED5-80BD-4F51-8A0C-2C0E37AF6D46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5EE95-15E9-41CC-8337-B66FCD94E253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Need for analytics-driven administration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03F59-B107-436A-9472-54202C080AE0}">
      <dsp:nvSpPr>
        <dsp:cNvPr id="0" name=""/>
        <dsp:cNvSpPr/>
      </dsp:nvSpPr>
      <dsp:spPr>
        <a:xfrm>
          <a:off x="0" y="1628059"/>
          <a:ext cx="50001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3C2CE-9698-42DD-8F67-6D235BE62097}">
      <dsp:nvSpPr>
        <dsp:cNvPr id="0" name=""/>
        <dsp:cNvSpPr/>
      </dsp:nvSpPr>
      <dsp:spPr>
        <a:xfrm>
          <a:off x="250006" y="1406659"/>
          <a:ext cx="3500086" cy="442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Secure role-based login</a:t>
          </a:r>
        </a:p>
      </dsp:txBody>
      <dsp:txXfrm>
        <a:off x="271622" y="1428275"/>
        <a:ext cx="3456854" cy="399568"/>
      </dsp:txXfrm>
    </dsp:sp>
    <dsp:sp modelId="{B501C294-E3B2-42FF-B144-400903A79356}">
      <dsp:nvSpPr>
        <dsp:cNvPr id="0" name=""/>
        <dsp:cNvSpPr/>
      </dsp:nvSpPr>
      <dsp:spPr>
        <a:xfrm>
          <a:off x="0" y="2308459"/>
          <a:ext cx="50001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C8FDD-BACD-4BD4-B9CC-115EBDBE5914}">
      <dsp:nvSpPr>
        <dsp:cNvPr id="0" name=""/>
        <dsp:cNvSpPr/>
      </dsp:nvSpPr>
      <dsp:spPr>
        <a:xfrm>
          <a:off x="250006" y="2087059"/>
          <a:ext cx="3500086" cy="44280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Customer ordering and payment flow</a:t>
          </a:r>
        </a:p>
      </dsp:txBody>
      <dsp:txXfrm>
        <a:off x="271622" y="2108675"/>
        <a:ext cx="3456854" cy="399568"/>
      </dsp:txXfrm>
    </dsp:sp>
    <dsp:sp modelId="{595C5423-B7DF-4A82-8065-F2530EFE134E}">
      <dsp:nvSpPr>
        <dsp:cNvPr id="0" name=""/>
        <dsp:cNvSpPr/>
      </dsp:nvSpPr>
      <dsp:spPr>
        <a:xfrm>
          <a:off x="0" y="2988859"/>
          <a:ext cx="50001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D9839-DE61-4CBD-8969-8EB49934B894}">
      <dsp:nvSpPr>
        <dsp:cNvPr id="0" name=""/>
        <dsp:cNvSpPr/>
      </dsp:nvSpPr>
      <dsp:spPr>
        <a:xfrm>
          <a:off x="250006" y="2767459"/>
          <a:ext cx="3500086" cy="44280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Delivery agent assignment and tracking</a:t>
          </a:r>
        </a:p>
      </dsp:txBody>
      <dsp:txXfrm>
        <a:off x="271622" y="2789075"/>
        <a:ext cx="3456854" cy="399568"/>
      </dsp:txXfrm>
    </dsp:sp>
    <dsp:sp modelId="{4C776DDA-2BDA-409E-857F-0B8A977AE166}">
      <dsp:nvSpPr>
        <dsp:cNvPr id="0" name=""/>
        <dsp:cNvSpPr/>
      </dsp:nvSpPr>
      <dsp:spPr>
        <a:xfrm>
          <a:off x="0" y="3669260"/>
          <a:ext cx="50001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3F7AA-13A7-4398-95BA-8F2242611BC2}">
      <dsp:nvSpPr>
        <dsp:cNvPr id="0" name=""/>
        <dsp:cNvSpPr/>
      </dsp:nvSpPr>
      <dsp:spPr>
        <a:xfrm>
          <a:off x="250006" y="3447859"/>
          <a:ext cx="3500086" cy="4428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Admin analytics dashboard</a:t>
          </a:r>
        </a:p>
      </dsp:txBody>
      <dsp:txXfrm>
        <a:off x="271622" y="3469475"/>
        <a:ext cx="3456854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4F3DA-50F9-44EC-941B-A856F5DCF460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Customer: browse, cart, checkout, payment, tracking</a:t>
          </a:r>
        </a:p>
      </dsp:txBody>
      <dsp:txXfrm>
        <a:off x="84655" y="121095"/>
        <a:ext cx="4830814" cy="1564849"/>
      </dsp:txXfrm>
    </dsp:sp>
    <dsp:sp modelId="{83DCF57E-C2C9-4F41-A564-BD5E3EF6A8B6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Delivery Agent: accept delivery, map, mark delivered</a:t>
          </a:r>
        </a:p>
      </dsp:txBody>
      <dsp:txXfrm>
        <a:off x="84655" y="1944535"/>
        <a:ext cx="4830814" cy="1564849"/>
      </dsp:txXfrm>
    </dsp:sp>
    <dsp:sp modelId="{C774A396-D1E5-4C3C-BB5E-704F776E5B80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Admin: analytics, users, orders</a:t>
          </a:r>
        </a:p>
      </dsp:txBody>
      <dsp:txXfrm>
        <a:off x="84655" y="3767974"/>
        <a:ext cx="4830814" cy="15648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C2FC0-8EC0-4B4E-91F3-FFD904957AB0}">
      <dsp:nvSpPr>
        <dsp:cNvPr id="0" name=""/>
        <dsp:cNvSpPr/>
      </dsp:nvSpPr>
      <dsp:spPr>
        <a:xfrm>
          <a:off x="2801" y="1339256"/>
          <a:ext cx="1365044" cy="866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CAA10-748C-4E4C-A620-C8E09BBB1DED}">
      <dsp:nvSpPr>
        <dsp:cNvPr id="0" name=""/>
        <dsp:cNvSpPr/>
      </dsp:nvSpPr>
      <dsp:spPr>
        <a:xfrm>
          <a:off x="154472" y="1483344"/>
          <a:ext cx="1365044" cy="8668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React frontend</a:t>
          </a:r>
        </a:p>
      </dsp:txBody>
      <dsp:txXfrm>
        <a:off x="179860" y="1508732"/>
        <a:ext cx="1314268" cy="816027"/>
      </dsp:txXfrm>
    </dsp:sp>
    <dsp:sp modelId="{A5BD9236-4186-4CCA-9699-D3F5C1DA3E03}">
      <dsp:nvSpPr>
        <dsp:cNvPr id="0" name=""/>
        <dsp:cNvSpPr/>
      </dsp:nvSpPr>
      <dsp:spPr>
        <a:xfrm>
          <a:off x="1671189" y="1339256"/>
          <a:ext cx="1365044" cy="866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8A922-E60F-4C5D-8B7C-8DA1C270DCBC}">
      <dsp:nvSpPr>
        <dsp:cNvPr id="0" name=""/>
        <dsp:cNvSpPr/>
      </dsp:nvSpPr>
      <dsp:spPr>
        <a:xfrm>
          <a:off x="1822860" y="1483344"/>
          <a:ext cx="1365044" cy="8668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API Gateway</a:t>
          </a:r>
        </a:p>
      </dsp:txBody>
      <dsp:txXfrm>
        <a:off x="1848248" y="1508732"/>
        <a:ext cx="1314268" cy="816027"/>
      </dsp:txXfrm>
    </dsp:sp>
    <dsp:sp modelId="{29EACCDF-6106-472C-BD88-F0AF85B0B75B}">
      <dsp:nvSpPr>
        <dsp:cNvPr id="0" name=""/>
        <dsp:cNvSpPr/>
      </dsp:nvSpPr>
      <dsp:spPr>
        <a:xfrm>
          <a:off x="3339577" y="1339256"/>
          <a:ext cx="1365044" cy="866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FB074-A5D6-4AFE-A14F-F8FE769DC9AD}">
      <dsp:nvSpPr>
        <dsp:cNvPr id="0" name=""/>
        <dsp:cNvSpPr/>
      </dsp:nvSpPr>
      <dsp:spPr>
        <a:xfrm>
          <a:off x="3491248" y="1483344"/>
          <a:ext cx="1365044" cy="8668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Eureka discovery</a:t>
          </a:r>
        </a:p>
      </dsp:txBody>
      <dsp:txXfrm>
        <a:off x="3516636" y="1508732"/>
        <a:ext cx="1314268" cy="816027"/>
      </dsp:txXfrm>
    </dsp:sp>
    <dsp:sp modelId="{0495FDFD-0694-4EB8-A84D-E305F601375E}">
      <dsp:nvSpPr>
        <dsp:cNvPr id="0" name=""/>
        <dsp:cNvSpPr/>
      </dsp:nvSpPr>
      <dsp:spPr>
        <a:xfrm>
          <a:off x="5007965" y="1339256"/>
          <a:ext cx="1365044" cy="866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21677-3A33-4E18-BD87-17AD72D59689}">
      <dsp:nvSpPr>
        <dsp:cNvPr id="0" name=""/>
        <dsp:cNvSpPr/>
      </dsp:nvSpPr>
      <dsp:spPr>
        <a:xfrm>
          <a:off x="5159636" y="1483344"/>
          <a:ext cx="1365044" cy="8668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Auth, Order, Delivery, Admin services</a:t>
          </a:r>
        </a:p>
      </dsp:txBody>
      <dsp:txXfrm>
        <a:off x="5185024" y="1508732"/>
        <a:ext cx="1314268" cy="816027"/>
      </dsp:txXfrm>
    </dsp:sp>
    <dsp:sp modelId="{F08EF35B-0039-40C7-83DD-2C7D5C388B52}">
      <dsp:nvSpPr>
        <dsp:cNvPr id="0" name=""/>
        <dsp:cNvSpPr/>
      </dsp:nvSpPr>
      <dsp:spPr>
        <a:xfrm>
          <a:off x="6676353" y="1339256"/>
          <a:ext cx="1365044" cy="8668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F6B70-6804-4A79-AF23-44656E4039CF}">
      <dsp:nvSpPr>
        <dsp:cNvPr id="0" name=""/>
        <dsp:cNvSpPr/>
      </dsp:nvSpPr>
      <dsp:spPr>
        <a:xfrm>
          <a:off x="6828024" y="1483344"/>
          <a:ext cx="1365044" cy="8668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MySQL databases</a:t>
          </a:r>
        </a:p>
      </dsp:txBody>
      <dsp:txXfrm>
        <a:off x="6853412" y="1508732"/>
        <a:ext cx="1314268" cy="816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C1CE3-84C0-036B-751B-232508F3BDD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0322" y="583345"/>
            <a:ext cx="5370268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000">
                <a:solidFill>
                  <a:srgbClr val="FFFFFF"/>
                </a:solidFill>
              </a:rPr>
              <a:t>SmartPizza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6171" y="5972174"/>
            <a:ext cx="6434024" cy="504825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Full Stack Microservices Pizza Ordering and Delivery System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Problem Statement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E8D0E4-EA4B-193B-9943-76FE67A9F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360832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44E8E7D2-7599-125D-0590-D0C7F887B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96424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User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C70711-1FAD-F09F-5772-5744D19245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42364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47F9DA-5AB9-99A3-B21B-14E124606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5824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9A83-6B4C-FCEC-B101-D533B865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259" y="917245"/>
            <a:ext cx="9329467" cy="57660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+------------------------+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|      React Frontend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| Customer/Admin/Agent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+-----------+------------+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v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+------------------------+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|      API Gateway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| Routing, CORS, JWT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 +-----------+------------+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 +-----------------------+------------------------+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 |                       |                 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 v                       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v</a:t>
            </a: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 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v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+---------------+       +---------------+        +---------------+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| Auth Service  |       | Order Service |        |Delivery Service|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| JWT + Users   |       |Menu Cart Order|        |Agent Tracking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+-------+-------+       +-------+-------+        +-------+-------+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 |                       |                 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 v                       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v</a:t>
            </a: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 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v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+---------------+       +---------------+        +---------------+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|  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auth_db</a:t>
            </a: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 |       |  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order_db</a:t>
            </a: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 |        | </a:t>
            </a:r>
            <a:r>
              <a:rPr lang="en-US" sz="800" dirty="0" err="1">
                <a:highlight>
                  <a:srgbClr val="FFFFFF"/>
                </a:highlight>
                <a:latin typeface="Courier New"/>
                <a:cs typeface="Courier New"/>
              </a:rPr>
              <a:t>delivery_db</a:t>
            </a: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 +---------------+       +---------------+        +---------------+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v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+----------------+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| Admin Service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| Analytics APIs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+----------------+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          v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+----------------+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| Eureka Server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| Discovery      |</a:t>
            </a:r>
            <a:b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</a:br>
            <a:r>
              <a:rPr lang="en-US" sz="8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                   +----------------+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76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Functional components and hooks</a:t>
            </a:r>
          </a:p>
          <a:p>
            <a:pPr>
              <a:defRPr sz="1800"/>
            </a:pPr>
            <a:r>
              <a:t>Redux Toolkit for cart state</a:t>
            </a:r>
          </a:p>
          <a:p>
            <a:pPr>
              <a:defRPr sz="1800"/>
            </a:pPr>
            <a:r>
              <a:t>Protected routes</a:t>
            </a:r>
          </a:p>
          <a:p>
            <a:pPr>
              <a:defRPr sz="1800"/>
            </a:pPr>
            <a:r>
              <a:t>Role-based navigation</a:t>
            </a:r>
          </a:p>
          <a:p>
            <a:pPr>
              <a:defRPr sz="1800"/>
            </a:pPr>
            <a:r>
              <a:t>React Leaflet and Chart.js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Spring Boot microservices</a:t>
            </a:r>
          </a:p>
          <a:p>
            <a:pPr>
              <a:defRPr sz="1800"/>
            </a:pPr>
            <a:r>
              <a:t>JWT authentication</a:t>
            </a:r>
          </a:p>
          <a:p>
            <a:pPr>
              <a:defRPr sz="1800"/>
            </a:pPr>
            <a:r>
              <a:t>JPA repositories and DTOs</a:t>
            </a:r>
          </a:p>
          <a:p>
            <a:pPr>
              <a:defRPr sz="1800"/>
            </a:pPr>
            <a:r>
              <a:t>Gateway routing</a:t>
            </a:r>
          </a:p>
          <a:p>
            <a:pPr>
              <a:defRPr sz="1800"/>
            </a:pPr>
            <a:r>
              <a:t>Inter-service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users</a:t>
            </a:r>
          </a:p>
          <a:p>
            <a:pPr>
              <a:defRPr sz="1800"/>
            </a:pPr>
            <a:r>
              <a:t>menu</a:t>
            </a:r>
          </a:p>
          <a:p>
            <a:pPr>
              <a:defRPr sz="1800"/>
            </a:pPr>
            <a:r>
              <a:t>cart</a:t>
            </a:r>
          </a:p>
          <a:p>
            <a:pPr>
              <a:defRPr sz="1800"/>
            </a:pPr>
            <a:r>
              <a:t>orders</a:t>
            </a:r>
          </a:p>
          <a:p>
            <a:pPr>
              <a:defRPr sz="1800"/>
            </a:pPr>
            <a:r>
              <a:t>order_items</a:t>
            </a:r>
          </a:p>
          <a:p>
            <a:pPr>
              <a:defRPr sz="1800"/>
            </a:pPr>
            <a:r>
              <a:t>payments</a:t>
            </a:r>
          </a:p>
          <a:p>
            <a:pPr>
              <a:defRPr sz="1800"/>
            </a:pPr>
            <a:r>
              <a:t>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5F54D0-55EE-E9BA-7818-E7018D34A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242" y="198408"/>
            <a:ext cx="7486639" cy="549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27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Auth APIs</a:t>
            </a:r>
          </a:p>
          <a:p>
            <a:pPr>
              <a:defRPr sz="1800"/>
            </a:pPr>
            <a:r>
              <a:t>Menu and Cart APIs</a:t>
            </a:r>
          </a:p>
          <a:p>
            <a:pPr>
              <a:defRPr sz="1800"/>
            </a:pPr>
            <a:r>
              <a:t>Order and Payment APIs</a:t>
            </a:r>
          </a:p>
          <a:p>
            <a:pPr>
              <a:defRPr sz="1800"/>
            </a:pPr>
            <a:r>
              <a:t>Delivery APIs</a:t>
            </a:r>
          </a:p>
          <a:p>
            <a:pPr>
              <a:defRPr sz="1800"/>
            </a:pPr>
            <a:r>
              <a:t>Admin Analytics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Landing page</a:t>
            </a:r>
          </a:p>
          <a:p>
            <a:pPr>
              <a:defRPr sz="1800"/>
            </a:pPr>
            <a:r>
              <a:t>Menu with images</a:t>
            </a:r>
          </a:p>
          <a:p>
            <a:pPr>
              <a:defRPr sz="1800"/>
            </a:pPr>
            <a:r>
              <a:t>Pizza details</a:t>
            </a:r>
          </a:p>
          <a:p>
            <a:pPr>
              <a:defRPr sz="1800"/>
            </a:pPr>
            <a:r>
              <a:t>Cart and checkout invoice</a:t>
            </a:r>
          </a:p>
          <a:p>
            <a:pPr>
              <a:defRPr sz="1800"/>
            </a:pPr>
            <a:r>
              <a:t>Razorpay payment</a:t>
            </a:r>
          </a:p>
          <a:p>
            <a:pPr>
              <a:defRPr sz="1800"/>
            </a:pPr>
            <a:r>
              <a:t>Tracking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menu&#10;&#10;AI-generated content may be incorrect.">
            <a:extLst>
              <a:ext uri="{FF2B5EF4-FFF2-40B4-BE49-F238E27FC236}">
                <a16:creationId xmlns:a16="http://schemas.microsoft.com/office/drawing/2014/main" id="{AF0C2162-C560-5D2C-9ABE-15264E41B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69444" y="1285321"/>
            <a:ext cx="6027707" cy="3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10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80FFC3-9FE9-26C8-E59C-BD7D4DB5A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87" y="764898"/>
            <a:ext cx="8195094" cy="474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92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login screen with pizza and text&#10;&#10;AI-generated content may be incorrect.">
            <a:extLst>
              <a:ext uri="{FF2B5EF4-FFF2-40B4-BE49-F238E27FC236}">
                <a16:creationId xmlns:a16="http://schemas.microsoft.com/office/drawing/2014/main" id="{2C6E2547-6AD7-BD24-A913-7529C6DBB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557" y="209157"/>
            <a:ext cx="7300103" cy="27360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1D0DB5-FEFC-0A9D-9F88-4F384BDA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481" y="3811048"/>
            <a:ext cx="6696255" cy="416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1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map&#10;&#10;AI-generated content may be incorrect.">
            <a:extLst>
              <a:ext uri="{FF2B5EF4-FFF2-40B4-BE49-F238E27FC236}">
                <a16:creationId xmlns:a16="http://schemas.microsoft.com/office/drawing/2014/main" id="{370B9667-E3FF-1680-A5C3-B371DE63E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8171" y="505708"/>
            <a:ext cx="5628734" cy="257426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B90937-5ADC-23E8-D2F1-A5D033DE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104" y="3427772"/>
            <a:ext cx="7030529" cy="309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6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Delivery list</a:t>
            </a:r>
          </a:p>
          <a:p>
            <a:pPr>
              <a:defRPr sz="1800"/>
            </a:pPr>
            <a:r>
              <a:t>Accept delivery</a:t>
            </a:r>
          </a:p>
          <a:p>
            <a:pPr>
              <a:defRPr sz="1800"/>
            </a:pPr>
            <a:r>
              <a:t>Map tracking</a:t>
            </a:r>
          </a:p>
          <a:p>
            <a:pPr>
              <a:defRPr sz="1800"/>
            </a:pPr>
            <a:r>
              <a:t>Update location</a:t>
            </a:r>
          </a:p>
          <a:p>
            <a:pPr>
              <a:defRPr sz="1800"/>
            </a:pPr>
            <a:r>
              <a:t>Mark delivered</a:t>
            </a:r>
          </a:p>
          <a:p>
            <a:pPr>
              <a:defRPr sz="1800"/>
            </a:pPr>
            <a:r>
              <a:t>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Revenue analytics</a:t>
            </a:r>
          </a:p>
          <a:p>
            <a:pPr>
              <a:defRPr sz="1800"/>
            </a:pPr>
            <a:r>
              <a:t>Top-selling pizzas</a:t>
            </a:r>
          </a:p>
          <a:p>
            <a:pPr>
              <a:defRPr sz="1800"/>
            </a:pPr>
            <a:r>
              <a:t>Delivery performance</a:t>
            </a:r>
          </a:p>
          <a:p>
            <a:pPr>
              <a:defRPr sz="1800"/>
            </a:pPr>
            <a:r>
              <a:t>Customer trends</a:t>
            </a:r>
          </a:p>
          <a:p>
            <a:pPr>
              <a:defRPr sz="1800"/>
            </a:pPr>
            <a:r>
              <a:t>Users and 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260F95-29F0-06DB-AB50-89123D927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4973" y="607"/>
            <a:ext cx="5423857" cy="2419903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99E2126-EBCC-86C2-0FCA-89E99CFD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236" y="2637656"/>
            <a:ext cx="7515765" cy="37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4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JUnit and Mockito unit tests</a:t>
            </a:r>
          </a:p>
          <a:p>
            <a:pPr>
              <a:defRPr sz="1800"/>
            </a:pPr>
            <a:r>
              <a:t>Postman API testing</a:t>
            </a:r>
          </a:p>
          <a:p>
            <a:pPr>
              <a:defRPr sz="1800"/>
            </a:pPr>
            <a:r>
              <a:t>Frontend route testing</a:t>
            </a:r>
          </a:p>
          <a:p>
            <a:pPr>
              <a:defRPr sz="1800"/>
            </a:pPr>
            <a:r>
              <a:t>Payment and delivery flow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Start Eureka</a:t>
            </a:r>
          </a:p>
          <a:p>
            <a:pPr>
              <a:defRPr sz="1800"/>
            </a:pPr>
            <a:r>
              <a:t>Start Gateway</a:t>
            </a:r>
          </a:p>
          <a:p>
            <a:pPr>
              <a:defRPr sz="1800"/>
            </a:pPr>
            <a:r>
              <a:t>Start microservices</a:t>
            </a:r>
          </a:p>
          <a:p>
            <a:pPr>
              <a:defRPr sz="1800"/>
            </a:pPr>
            <a:r>
              <a:t>Start React frontend</a:t>
            </a:r>
          </a:p>
          <a:p>
            <a:pPr>
              <a:defRPr sz="1800"/>
            </a:pPr>
            <a:r>
              <a:t>Verify service registration and API calls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Project demonstrates complete full-stack architecture</a:t>
            </a:r>
          </a:p>
          <a:p>
            <a:pPr>
              <a:defRPr sz="1800"/>
            </a:pPr>
            <a:r>
              <a:t>Supports real business flows</a:t>
            </a:r>
          </a:p>
          <a:p>
            <a:pPr>
              <a:defRPr sz="1800"/>
            </a:pPr>
            <a:r>
              <a:t>Ready for future enhancements like WebSocket tracking and Docker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SmartPizza</vt:lpstr>
      <vt:lpstr>Problem Statement</vt:lpstr>
      <vt:lpstr>Objectives</vt:lpstr>
      <vt:lpstr>User Roles</vt:lpstr>
      <vt:lpstr>Architecture</vt:lpstr>
      <vt:lpstr>PowerPoint Presentation</vt:lpstr>
      <vt:lpstr>Frontend Architecture</vt:lpstr>
      <vt:lpstr>Backend Architecture</vt:lpstr>
      <vt:lpstr>Database Design</vt:lpstr>
      <vt:lpstr>PowerPoint Presentation</vt:lpstr>
      <vt:lpstr>API Modules</vt:lpstr>
      <vt:lpstr>Customer Flow</vt:lpstr>
      <vt:lpstr>PowerPoint Presentation</vt:lpstr>
      <vt:lpstr>PowerPoint Presentation</vt:lpstr>
      <vt:lpstr>PowerPoint Presentation</vt:lpstr>
      <vt:lpstr>PowerPoint Presentation</vt:lpstr>
      <vt:lpstr>Delivery Flow</vt:lpstr>
      <vt:lpstr>Admin Dashboard</vt:lpstr>
      <vt:lpstr>PowerPoint Presentation</vt:lpstr>
      <vt:lpstr>Testing</vt:lpstr>
      <vt:lpstr>Deployment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76</cp:revision>
  <dcterms:created xsi:type="dcterms:W3CDTF">2013-01-27T09:14:16Z</dcterms:created>
  <dcterms:modified xsi:type="dcterms:W3CDTF">2026-06-18T00:13:58Z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2026-06-17T23:29:19Z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ee53853d-b27c-4842-b8c0-fc7223961998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  <property fmtid="{D5CDD505-2E9C-101B-9397-08002B2CF9AE}" pid="12" name="MSIP_Label_a8c544ca-bb84-4280-906e-934547e1d30c_ActionId">
    <vt:lpwstr>c545646a-024c-4725-b2db-4006fae6c72d</vt:lpwstr>
  </property>
  <property fmtid="{D5CDD505-2E9C-101B-9397-08002B2CF9AE}" pid="13" name="Sensitivity">
    <vt:lpwstr>Internal - General Use</vt:lpwstr>
  </property>
  <property fmtid="{D5CDD505-2E9C-101B-9397-08002B2CF9AE}" pid="14" name="MSIP_Label_a8c544ca-bb84-4280-906e-934547e1d30c_Enabled">
    <vt:lpwstr>True</vt:lpwstr>
  </property>
  <property fmtid="{D5CDD505-2E9C-101B-9397-08002B2CF9AE}" pid="15" name="MSIP_Label_a8c544ca-bb84-4280-906e-934547e1d30c_Removed">
    <vt:lpwstr>False</vt:lpwstr>
  </property>
  <property fmtid="{D5CDD505-2E9C-101B-9397-08002B2CF9AE}" pid="16" name="MSIP_Label_a8c544ca-bb84-4280-906e-934547e1d30c_SiteId">
    <vt:lpwstr>258ac4e4-146a-411e-9dc8-79a9e12fd6da</vt:lpwstr>
  </property>
  <property fmtid="{D5CDD505-2E9C-101B-9397-08002B2CF9AE}" pid="17" name="MSIP_Label_a8c544ca-bb84-4280-906e-934547e1d30c_SetDate">
    <vt:lpwstr>2026-06-17T23:18:16Z</vt:lpwstr>
  </property>
  <property fmtid="{D5CDD505-2E9C-101B-9397-08002B2CF9AE}" pid="18" name="MSIP_Label_a8c544ca-bb84-4280-906e-934547e1d30c_Name">
    <vt:lpwstr>Internal - General Use</vt:lpwstr>
  </property>
  <property fmtid="{D5CDD505-2E9C-101B-9397-08002B2CF9AE}" pid="19" name="MSIP_Label_a8c544ca-bb84-4280-906e-934547e1d30c_Extended_MSFT_Method">
    <vt:lpwstr>Standard</vt:lpwstr>
  </property>
</Properties>
</file>